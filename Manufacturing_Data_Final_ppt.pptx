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701" r:id="rId2"/>
    <p:sldMasterId id="2147483704" r:id="rId3"/>
  </p:sldMasterIdLst>
  <p:sldIdLst>
    <p:sldId id="279" r:id="rId4"/>
    <p:sldId id="270" r:id="rId5"/>
    <p:sldId id="278" r:id="rId6"/>
    <p:sldId id="271" r:id="rId7"/>
    <p:sldId id="267" r:id="rId8"/>
    <p:sldId id="273" r:id="rId9"/>
    <p:sldId id="274" r:id="rId10"/>
    <p:sldId id="275" r:id="rId11"/>
    <p:sldId id="269" r:id="rId12"/>
    <p:sldId id="276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4" autoAdjust="0"/>
  </p:normalViewPr>
  <p:slideViewPr>
    <p:cSldViewPr snapToGrid="0" snapToObjects="1">
      <p:cViewPr varScale="1">
        <p:scale>
          <a:sx n="77" d="100"/>
          <a:sy n="77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6DDB9-D7D5-4938-8D85-BE26A198232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40F99D-B5E9-40BB-87FE-0DB7317A6A23}">
      <dgm:prSet phldrT="[Text]" phldr="0" custT="1"/>
      <dgm:spPr/>
      <dgm:t>
        <a:bodyPr/>
        <a:lstStyle/>
        <a:p>
          <a:r>
            <a:rPr lang="en-IN" sz="2400" dirty="0">
              <a:solidFill>
                <a:schemeClr val="bg2"/>
              </a:solidFill>
            </a:rPr>
            <a:t>Raw Data</a:t>
          </a:r>
        </a:p>
      </dgm:t>
    </dgm:pt>
    <dgm:pt modelId="{434CD1FA-EAD2-43CD-AE30-753A67A4F0E5}" type="parTrans" cxnId="{8C229103-A1CB-416A-AC1A-A68AF088295E}">
      <dgm:prSet/>
      <dgm:spPr/>
      <dgm:t>
        <a:bodyPr/>
        <a:lstStyle/>
        <a:p>
          <a:endParaRPr lang="en-IN"/>
        </a:p>
      </dgm:t>
    </dgm:pt>
    <dgm:pt modelId="{B08DAED3-39D8-4B48-A223-201834560371}" type="sibTrans" cxnId="{8C229103-A1CB-416A-AC1A-A68AF088295E}">
      <dgm:prSet/>
      <dgm:spPr/>
      <dgm:t>
        <a:bodyPr/>
        <a:lstStyle/>
        <a:p>
          <a:endParaRPr lang="en-IN"/>
        </a:p>
      </dgm:t>
    </dgm:pt>
    <dgm:pt modelId="{A7F66E8B-C711-4145-B1B5-38AA3E9E3BC4}">
      <dgm:prSet phldrT="[Text]" phldr="0" custT="1"/>
      <dgm:spPr/>
      <dgm:t>
        <a:bodyPr/>
        <a:lstStyle/>
        <a:p>
          <a:r>
            <a:rPr lang="en-IN" sz="3200" dirty="0">
              <a:solidFill>
                <a:schemeClr val="bg2"/>
              </a:solidFill>
            </a:rPr>
            <a:t>Excel</a:t>
          </a:r>
          <a:endParaRPr lang="en-IN" sz="6100" dirty="0">
            <a:solidFill>
              <a:schemeClr val="bg2"/>
            </a:solidFill>
          </a:endParaRPr>
        </a:p>
      </dgm:t>
    </dgm:pt>
    <dgm:pt modelId="{F6990691-B81E-42A3-AAAC-DB9802DBEA67}" type="parTrans" cxnId="{7699F2C7-FB84-4BF5-A19C-208BEB0E49E4}">
      <dgm:prSet/>
      <dgm:spPr/>
      <dgm:t>
        <a:bodyPr/>
        <a:lstStyle/>
        <a:p>
          <a:endParaRPr lang="en-IN"/>
        </a:p>
      </dgm:t>
    </dgm:pt>
    <dgm:pt modelId="{99E0CE05-9915-4C67-9180-C3925942B19B}" type="sibTrans" cxnId="{7699F2C7-FB84-4BF5-A19C-208BEB0E49E4}">
      <dgm:prSet/>
      <dgm:spPr/>
      <dgm:t>
        <a:bodyPr/>
        <a:lstStyle/>
        <a:p>
          <a:endParaRPr lang="en-IN"/>
        </a:p>
      </dgm:t>
    </dgm:pt>
    <dgm:pt modelId="{9A0F3FAA-9EC2-4D93-B398-997FB60BF461}">
      <dgm:prSet phldrT="[Text]" custT="1"/>
      <dgm:spPr/>
      <dgm:t>
        <a:bodyPr/>
        <a:lstStyle/>
        <a:p>
          <a:pPr>
            <a:buNone/>
          </a:pPr>
          <a:endParaRPr lang="en-IN" sz="2000" dirty="0">
            <a:solidFill>
              <a:schemeClr val="bg2"/>
            </a:solidFill>
          </a:endParaRPr>
        </a:p>
        <a:p>
          <a:pPr>
            <a:buNone/>
          </a:pPr>
          <a:r>
            <a:rPr lang="en-IN" sz="2000" dirty="0">
              <a:solidFill>
                <a:schemeClr val="bg2"/>
              </a:solidFill>
            </a:rPr>
            <a:t>Power BI / Tableau	</a:t>
          </a:r>
        </a:p>
      </dgm:t>
    </dgm:pt>
    <dgm:pt modelId="{9B91BD5A-0C1C-41F3-9C45-E7503B0AC2D3}" type="parTrans" cxnId="{413F7F46-DBB2-4363-AB71-2A16C3B1CDBD}">
      <dgm:prSet/>
      <dgm:spPr/>
      <dgm:t>
        <a:bodyPr/>
        <a:lstStyle/>
        <a:p>
          <a:endParaRPr lang="en-IN"/>
        </a:p>
      </dgm:t>
    </dgm:pt>
    <dgm:pt modelId="{7C2B3BD0-2009-4DB6-9556-6C02C51AE59C}" type="sibTrans" cxnId="{413F7F46-DBB2-4363-AB71-2A16C3B1CDBD}">
      <dgm:prSet/>
      <dgm:spPr/>
      <dgm:t>
        <a:bodyPr/>
        <a:lstStyle/>
        <a:p>
          <a:endParaRPr lang="en-IN"/>
        </a:p>
      </dgm:t>
    </dgm:pt>
    <dgm:pt modelId="{CD2D9393-A547-472C-A091-3987F557AE58}">
      <dgm:prSet custT="1"/>
      <dgm:spPr/>
      <dgm:t>
        <a:bodyPr/>
        <a:lstStyle/>
        <a:p>
          <a:r>
            <a:rPr lang="en-IN" sz="2400" dirty="0">
              <a:solidFill>
                <a:schemeClr val="bg2"/>
              </a:solidFill>
            </a:rPr>
            <a:t>Insights</a:t>
          </a:r>
        </a:p>
      </dgm:t>
    </dgm:pt>
    <dgm:pt modelId="{9664E0E1-D5FB-488D-9A5D-FC562CBD4C7C}" type="parTrans" cxnId="{4257C51D-8948-4490-A841-5B184B43FDBB}">
      <dgm:prSet/>
      <dgm:spPr/>
      <dgm:t>
        <a:bodyPr/>
        <a:lstStyle/>
        <a:p>
          <a:endParaRPr lang="en-IN"/>
        </a:p>
      </dgm:t>
    </dgm:pt>
    <dgm:pt modelId="{F18063EC-6E2D-4DF0-8226-EB61FDC7829A}" type="sibTrans" cxnId="{4257C51D-8948-4490-A841-5B184B43FDBB}">
      <dgm:prSet/>
      <dgm:spPr/>
      <dgm:t>
        <a:bodyPr/>
        <a:lstStyle/>
        <a:p>
          <a:endParaRPr lang="en-IN"/>
        </a:p>
      </dgm:t>
    </dgm:pt>
    <dgm:pt modelId="{BD99FCA9-1BAE-4E30-98FE-CE986F00DB8C}" type="pres">
      <dgm:prSet presAssocID="{BD56DDB9-D7D5-4938-8D85-BE26A1982320}" presName="Name0" presStyleCnt="0">
        <dgm:presLayoutVars>
          <dgm:dir/>
          <dgm:animLvl val="lvl"/>
          <dgm:resizeHandles val="exact"/>
        </dgm:presLayoutVars>
      </dgm:prSet>
      <dgm:spPr/>
    </dgm:pt>
    <dgm:pt modelId="{60A32426-053E-4EEE-B07B-56349CCC2946}" type="pres">
      <dgm:prSet presAssocID="{A640F99D-B5E9-40BB-87FE-0DB7317A6A23}" presName="parTxOnly" presStyleLbl="node1" presStyleIdx="0" presStyleCnt="4" custScaleX="107176" custScaleY="90357" custLinFactNeighborX="-821" custLinFactNeighborY="418">
        <dgm:presLayoutVars>
          <dgm:chMax val="0"/>
          <dgm:chPref val="0"/>
          <dgm:bulletEnabled val="1"/>
        </dgm:presLayoutVars>
      </dgm:prSet>
      <dgm:spPr/>
    </dgm:pt>
    <dgm:pt modelId="{D0CB35D2-2D1A-4044-9C52-AAFC844238BB}" type="pres">
      <dgm:prSet presAssocID="{B08DAED3-39D8-4B48-A223-201834560371}" presName="parTxOnlySpace" presStyleCnt="0"/>
      <dgm:spPr/>
    </dgm:pt>
    <dgm:pt modelId="{17324A9C-5480-4197-A4CF-A07E4E73D60F}" type="pres">
      <dgm:prSet presAssocID="{A7F66E8B-C711-4145-B1B5-38AA3E9E3BC4}" presName="parTxOnly" presStyleLbl="node1" presStyleIdx="1" presStyleCnt="4" custScaleX="94974" custScaleY="99072">
        <dgm:presLayoutVars>
          <dgm:chMax val="0"/>
          <dgm:chPref val="0"/>
          <dgm:bulletEnabled val="1"/>
        </dgm:presLayoutVars>
      </dgm:prSet>
      <dgm:spPr/>
    </dgm:pt>
    <dgm:pt modelId="{7E4EAF1A-4DE0-45FB-A82E-4A0A6D63183E}" type="pres">
      <dgm:prSet presAssocID="{99E0CE05-9915-4C67-9180-C3925942B19B}" presName="parTxOnlySpace" presStyleCnt="0"/>
      <dgm:spPr/>
    </dgm:pt>
    <dgm:pt modelId="{849A1BF3-AF35-4BF9-A275-26ABE0F35376}" type="pres">
      <dgm:prSet presAssocID="{9A0F3FAA-9EC2-4D93-B398-997FB60BF461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0157C6-A655-4B02-8596-AF5E631F0310}" type="pres">
      <dgm:prSet presAssocID="{7C2B3BD0-2009-4DB6-9556-6C02C51AE59C}" presName="parTxOnlySpace" presStyleCnt="0"/>
      <dgm:spPr/>
    </dgm:pt>
    <dgm:pt modelId="{033337FD-1980-40DB-A2C1-928FAF5D3106}" type="pres">
      <dgm:prSet presAssocID="{CD2D9393-A547-472C-A091-3987F557AE58}" presName="parTxOnly" presStyleLbl="node1" presStyleIdx="3" presStyleCnt="4" custLinFactNeighborX="1069" custLinFactNeighborY="-139">
        <dgm:presLayoutVars>
          <dgm:chMax val="0"/>
          <dgm:chPref val="0"/>
          <dgm:bulletEnabled val="1"/>
        </dgm:presLayoutVars>
      </dgm:prSet>
      <dgm:spPr/>
    </dgm:pt>
  </dgm:ptLst>
  <dgm:cxnLst>
    <dgm:cxn modelId="{08337303-55B9-435B-AE0C-11921544C33F}" type="presOf" srcId="{A7F66E8B-C711-4145-B1B5-38AA3E9E3BC4}" destId="{17324A9C-5480-4197-A4CF-A07E4E73D60F}" srcOrd="0" destOrd="0" presId="urn:microsoft.com/office/officeart/2005/8/layout/chevron1"/>
    <dgm:cxn modelId="{8C229103-A1CB-416A-AC1A-A68AF088295E}" srcId="{BD56DDB9-D7D5-4938-8D85-BE26A1982320}" destId="{A640F99D-B5E9-40BB-87FE-0DB7317A6A23}" srcOrd="0" destOrd="0" parTransId="{434CD1FA-EAD2-43CD-AE30-753A67A4F0E5}" sibTransId="{B08DAED3-39D8-4B48-A223-201834560371}"/>
    <dgm:cxn modelId="{9D63021A-15F1-449B-9B0B-DC1F2B4535A5}" type="presOf" srcId="{CD2D9393-A547-472C-A091-3987F557AE58}" destId="{033337FD-1980-40DB-A2C1-928FAF5D3106}" srcOrd="0" destOrd="0" presId="urn:microsoft.com/office/officeart/2005/8/layout/chevron1"/>
    <dgm:cxn modelId="{4257C51D-8948-4490-A841-5B184B43FDBB}" srcId="{BD56DDB9-D7D5-4938-8D85-BE26A1982320}" destId="{CD2D9393-A547-472C-A091-3987F557AE58}" srcOrd="3" destOrd="0" parTransId="{9664E0E1-D5FB-488D-9A5D-FC562CBD4C7C}" sibTransId="{F18063EC-6E2D-4DF0-8226-EB61FDC7829A}"/>
    <dgm:cxn modelId="{5EA86C1E-910C-429B-BA91-6CDFBB9825B8}" type="presOf" srcId="{A640F99D-B5E9-40BB-87FE-0DB7317A6A23}" destId="{60A32426-053E-4EEE-B07B-56349CCC2946}" srcOrd="0" destOrd="0" presId="urn:microsoft.com/office/officeart/2005/8/layout/chevron1"/>
    <dgm:cxn modelId="{413F7F46-DBB2-4363-AB71-2A16C3B1CDBD}" srcId="{BD56DDB9-D7D5-4938-8D85-BE26A1982320}" destId="{9A0F3FAA-9EC2-4D93-B398-997FB60BF461}" srcOrd="2" destOrd="0" parTransId="{9B91BD5A-0C1C-41F3-9C45-E7503B0AC2D3}" sibTransId="{7C2B3BD0-2009-4DB6-9556-6C02C51AE59C}"/>
    <dgm:cxn modelId="{5D4C9BA5-94CB-4AE0-909F-96206410F1EC}" type="presOf" srcId="{BD56DDB9-D7D5-4938-8D85-BE26A1982320}" destId="{BD99FCA9-1BAE-4E30-98FE-CE986F00DB8C}" srcOrd="0" destOrd="0" presId="urn:microsoft.com/office/officeart/2005/8/layout/chevron1"/>
    <dgm:cxn modelId="{1468F1AF-E666-4BE1-BF1C-6C7C897ABB67}" type="presOf" srcId="{9A0F3FAA-9EC2-4D93-B398-997FB60BF461}" destId="{849A1BF3-AF35-4BF9-A275-26ABE0F35376}" srcOrd="0" destOrd="0" presId="urn:microsoft.com/office/officeart/2005/8/layout/chevron1"/>
    <dgm:cxn modelId="{7699F2C7-FB84-4BF5-A19C-208BEB0E49E4}" srcId="{BD56DDB9-D7D5-4938-8D85-BE26A1982320}" destId="{A7F66E8B-C711-4145-B1B5-38AA3E9E3BC4}" srcOrd="1" destOrd="0" parTransId="{F6990691-B81E-42A3-AAAC-DB9802DBEA67}" sibTransId="{99E0CE05-9915-4C67-9180-C3925942B19B}"/>
    <dgm:cxn modelId="{64D17952-7FC4-4539-B42D-CD8F5C77C507}" type="presParOf" srcId="{BD99FCA9-1BAE-4E30-98FE-CE986F00DB8C}" destId="{60A32426-053E-4EEE-B07B-56349CCC2946}" srcOrd="0" destOrd="0" presId="urn:microsoft.com/office/officeart/2005/8/layout/chevron1"/>
    <dgm:cxn modelId="{EAB432EF-CACA-4EE9-985C-C817230273F9}" type="presParOf" srcId="{BD99FCA9-1BAE-4E30-98FE-CE986F00DB8C}" destId="{D0CB35D2-2D1A-4044-9C52-AAFC844238BB}" srcOrd="1" destOrd="0" presId="urn:microsoft.com/office/officeart/2005/8/layout/chevron1"/>
    <dgm:cxn modelId="{A9F11EAD-E9A6-4060-BF7F-8A1C1ECFA430}" type="presParOf" srcId="{BD99FCA9-1BAE-4E30-98FE-CE986F00DB8C}" destId="{17324A9C-5480-4197-A4CF-A07E4E73D60F}" srcOrd="2" destOrd="0" presId="urn:microsoft.com/office/officeart/2005/8/layout/chevron1"/>
    <dgm:cxn modelId="{45A4058B-454E-49DD-8037-90A17DBEE2B9}" type="presParOf" srcId="{BD99FCA9-1BAE-4E30-98FE-CE986F00DB8C}" destId="{7E4EAF1A-4DE0-45FB-A82E-4A0A6D63183E}" srcOrd="3" destOrd="0" presId="urn:microsoft.com/office/officeart/2005/8/layout/chevron1"/>
    <dgm:cxn modelId="{9C8DE82B-2112-44F7-9211-FD30F0A9F07D}" type="presParOf" srcId="{BD99FCA9-1BAE-4E30-98FE-CE986F00DB8C}" destId="{849A1BF3-AF35-4BF9-A275-26ABE0F35376}" srcOrd="4" destOrd="0" presId="urn:microsoft.com/office/officeart/2005/8/layout/chevron1"/>
    <dgm:cxn modelId="{0E11B719-5398-42CE-9256-9D51BDBCDF92}" type="presParOf" srcId="{BD99FCA9-1BAE-4E30-98FE-CE986F00DB8C}" destId="{EB0157C6-A655-4B02-8596-AF5E631F0310}" srcOrd="5" destOrd="0" presId="urn:microsoft.com/office/officeart/2005/8/layout/chevron1"/>
    <dgm:cxn modelId="{A321D5C4-AF44-491D-86F5-59F249F03125}" type="presParOf" srcId="{BD99FCA9-1BAE-4E30-98FE-CE986F00DB8C}" destId="{033337FD-1980-40DB-A2C1-928FAF5D310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32426-053E-4EEE-B07B-56349CCC2946}">
      <dsp:nvSpPr>
        <dsp:cNvPr id="0" name=""/>
        <dsp:cNvSpPr/>
      </dsp:nvSpPr>
      <dsp:spPr>
        <a:xfrm>
          <a:off x="587" y="311748"/>
          <a:ext cx="2546059" cy="8586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2"/>
              </a:solidFill>
            </a:rPr>
            <a:t>Raw Data</a:t>
          </a:r>
        </a:p>
      </dsp:txBody>
      <dsp:txXfrm>
        <a:off x="429889" y="311748"/>
        <a:ext cx="1687456" cy="858603"/>
      </dsp:txXfrm>
    </dsp:sp>
    <dsp:sp modelId="{17324A9C-5480-4197-A4CF-A07E4E73D60F}">
      <dsp:nvSpPr>
        <dsp:cNvPr id="0" name=""/>
        <dsp:cNvSpPr/>
      </dsp:nvSpPr>
      <dsp:spPr>
        <a:xfrm>
          <a:off x="2311038" y="266370"/>
          <a:ext cx="2256190" cy="9414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schemeClr val="bg2"/>
              </a:solidFill>
            </a:rPr>
            <a:t>Excel</a:t>
          </a:r>
          <a:endParaRPr lang="en-IN" sz="6100" kern="1200" dirty="0">
            <a:solidFill>
              <a:schemeClr val="bg2"/>
            </a:solidFill>
          </a:endParaRPr>
        </a:p>
      </dsp:txBody>
      <dsp:txXfrm>
        <a:off x="2781746" y="266370"/>
        <a:ext cx="1314774" cy="941416"/>
      </dsp:txXfrm>
    </dsp:sp>
    <dsp:sp modelId="{849A1BF3-AF35-4BF9-A275-26ABE0F35376}">
      <dsp:nvSpPr>
        <dsp:cNvPr id="0" name=""/>
        <dsp:cNvSpPr/>
      </dsp:nvSpPr>
      <dsp:spPr>
        <a:xfrm>
          <a:off x="4329670" y="261960"/>
          <a:ext cx="2375587" cy="9502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solidFill>
              <a:schemeClr val="bg2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2"/>
              </a:solidFill>
            </a:rPr>
            <a:t>Power BI / Tableau	</a:t>
          </a:r>
        </a:p>
      </dsp:txBody>
      <dsp:txXfrm>
        <a:off x="4804788" y="261960"/>
        <a:ext cx="1425352" cy="950235"/>
      </dsp:txXfrm>
    </dsp:sp>
    <dsp:sp modelId="{033337FD-1980-40DB-A2C1-928FAF5D3106}">
      <dsp:nvSpPr>
        <dsp:cNvPr id="0" name=""/>
        <dsp:cNvSpPr/>
      </dsp:nvSpPr>
      <dsp:spPr>
        <a:xfrm>
          <a:off x="6470237" y="260640"/>
          <a:ext cx="2375587" cy="9502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2"/>
              </a:solidFill>
            </a:rPr>
            <a:t>Insights</a:t>
          </a:r>
        </a:p>
      </dsp:txBody>
      <dsp:txXfrm>
        <a:off x="6945355" y="260640"/>
        <a:ext cx="1425352" cy="950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fr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fr.freepik.com/" TargetMode="External"/><Relationship Id="rId4" Type="http://schemas.openxmlformats.org/officeDocument/2006/relationships/hyperlink" Target="https://www.flaticon.com/fr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4718096" y="629406"/>
            <a:ext cx="101875" cy="179833"/>
            <a:chOff x="3928495" y="333391"/>
            <a:chExt cx="101875" cy="1348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202344" y="-288304"/>
            <a:ext cx="8657567" cy="7383503"/>
            <a:chOff x="202343" y="-216228"/>
            <a:chExt cx="8657567" cy="5537627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495055" y="4312458"/>
              <a:ext cx="2156910" cy="506908"/>
              <a:chOff x="4891825" y="3495059"/>
              <a:chExt cx="1351193" cy="317552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8328721" y="-57203"/>
              <a:ext cx="204128" cy="1115878"/>
              <a:chOff x="6605329" y="191675"/>
              <a:chExt cx="127876" cy="69904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>
              <a:off x="4148615" y="-158755"/>
              <a:ext cx="1493520" cy="615774"/>
              <a:chOff x="5301012" y="396272"/>
              <a:chExt cx="935614" cy="385751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983733" y="132957"/>
              <a:ext cx="1064856" cy="813093"/>
              <a:chOff x="3843246" y="357910"/>
              <a:chExt cx="667078" cy="509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202343" y="-216228"/>
              <a:ext cx="1337026" cy="826702"/>
              <a:chOff x="3421261" y="191675"/>
              <a:chExt cx="837578" cy="517886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8240578" y="3983385"/>
              <a:ext cx="619332" cy="1338013"/>
              <a:chOff x="6850421" y="775628"/>
              <a:chExt cx="398541" cy="861012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"/>
            <p:cNvGrpSpPr/>
            <p:nvPr/>
          </p:nvGrpSpPr>
          <p:grpSpPr>
            <a:xfrm>
              <a:off x="4718095" y="4438582"/>
              <a:ext cx="1064856" cy="813093"/>
              <a:chOff x="3843246" y="357910"/>
              <a:chExt cx="667078" cy="509361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538051" y="5389917"/>
            <a:ext cx="445675" cy="158764"/>
            <a:chOff x="3578973" y="2550931"/>
            <a:chExt cx="279193" cy="74593"/>
          </a:xfrm>
        </p:grpSpPr>
        <p:sp>
          <p:nvSpPr>
            <p:cNvPr id="51" name="Google Shape;51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7203138" y="6425827"/>
            <a:ext cx="656605" cy="158764"/>
            <a:chOff x="6468929" y="3844579"/>
            <a:chExt cx="411329" cy="74593"/>
          </a:xfrm>
        </p:grpSpPr>
        <p:sp>
          <p:nvSpPr>
            <p:cNvPr id="62" name="Google Shape;62;p2"/>
            <p:cNvSpPr/>
            <p:nvPr/>
          </p:nvSpPr>
          <p:spPr>
            <a:xfrm>
              <a:off x="6814190" y="3848841"/>
              <a:ext cx="66069" cy="6606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2"/>
                    <a:pt x="7" y="29"/>
                    <a:pt x="14" y="29"/>
                  </a:cubicBez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9"/>
                    <a:pt x="9" y="4"/>
                    <a:pt x="14" y="4"/>
                  </a:cubicBezTo>
                  <a:cubicBezTo>
                    <a:pt x="20" y="4"/>
                    <a:pt x="25" y="9"/>
                    <a:pt x="25" y="14"/>
                  </a:cubicBezTo>
                  <a:cubicBezTo>
                    <a:pt x="25" y="20"/>
                    <a:pt x="20" y="25"/>
                    <a:pt x="14" y="25"/>
                  </a:cubicBezTo>
                  <a:cubicBezTo>
                    <a:pt x="9" y="25"/>
                    <a:pt x="4" y="20"/>
                    <a:pt x="4" y="14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75324" y="3876548"/>
              <a:ext cx="343130" cy="8525"/>
            </a:xfrm>
            <a:custGeom>
              <a:avLst/>
              <a:gdLst/>
              <a:ahLst/>
              <a:cxnLst/>
              <a:rect l="l" t="t" r="r" b="b"/>
              <a:pathLst>
                <a:path w="161" h="4" extrusionOk="0">
                  <a:moveTo>
                    <a:pt x="161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61" y="4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468929" y="3844579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871550" y="-1355167"/>
            <a:ext cx="10667200" cy="9730600"/>
            <a:chOff x="-871550" y="-1016375"/>
            <a:chExt cx="10667200" cy="7297950"/>
          </a:xfrm>
        </p:grpSpPr>
        <p:sp>
          <p:nvSpPr>
            <p:cNvPr id="66" name="Google Shape;66;p2"/>
            <p:cNvSpPr/>
            <p:nvPr/>
          </p:nvSpPr>
          <p:spPr>
            <a:xfrm>
              <a:off x="-387625" y="18643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871550" y="21107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2350025" y="5519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10800000">
              <a:off x="78945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83784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72" name="Google Shape;72;p2"/>
          <p:cNvSpPr txBox="1">
            <a:spLocks noGrp="1"/>
          </p:cNvSpPr>
          <p:nvPr>
            <p:ph type="ctrTitle"/>
          </p:nvPr>
        </p:nvSpPr>
        <p:spPr>
          <a:xfrm>
            <a:off x="1940848" y="1975033"/>
            <a:ext cx="5262300" cy="21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subTitle" idx="1"/>
          </p:nvPr>
        </p:nvSpPr>
        <p:spPr>
          <a:xfrm>
            <a:off x="1940825" y="4157200"/>
            <a:ext cx="52623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012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3"/>
          <p:cNvGrpSpPr/>
          <p:nvPr/>
        </p:nvGrpSpPr>
        <p:grpSpPr>
          <a:xfrm>
            <a:off x="-871550" y="-1355167"/>
            <a:ext cx="11081975" cy="8937867"/>
            <a:chOff x="-871550" y="-1016375"/>
            <a:chExt cx="11081975" cy="6703400"/>
          </a:xfrm>
        </p:grpSpPr>
        <p:sp>
          <p:nvSpPr>
            <p:cNvPr id="77" name="Google Shape;77;p3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744822" y="-768504"/>
            <a:ext cx="8262669" cy="8424552"/>
            <a:chOff x="744821" y="-576378"/>
            <a:chExt cx="8262669" cy="6318414"/>
          </a:xfrm>
        </p:grpSpPr>
        <p:grpSp>
          <p:nvGrpSpPr>
            <p:cNvPr id="84" name="Google Shape;84;p3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3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99" name="Google Shape;99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3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3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10" name="Google Shape;110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3"/>
          <p:cNvGrpSpPr/>
          <p:nvPr/>
        </p:nvGrpSpPr>
        <p:grpSpPr>
          <a:xfrm>
            <a:off x="2046988" y="6399667"/>
            <a:ext cx="130200" cy="168167"/>
            <a:chOff x="3935725" y="167575"/>
            <a:chExt cx="130200" cy="126125"/>
          </a:xfrm>
        </p:grpSpPr>
        <p:sp>
          <p:nvSpPr>
            <p:cNvPr id="114" name="Google Shape;114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8845346" y="5647622"/>
            <a:ext cx="101875" cy="179833"/>
            <a:chOff x="3928495" y="333391"/>
            <a:chExt cx="101875" cy="134875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" name="Google Shape;127;p3"/>
          <p:cNvGrpSpPr/>
          <p:nvPr/>
        </p:nvGrpSpPr>
        <p:grpSpPr>
          <a:xfrm>
            <a:off x="133076" y="1924050"/>
            <a:ext cx="445675" cy="158764"/>
            <a:chOff x="3578973" y="2550931"/>
            <a:chExt cx="279193" cy="74593"/>
          </a:xfrm>
        </p:grpSpPr>
        <p:sp>
          <p:nvSpPr>
            <p:cNvPr id="128" name="Google Shape;128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6850575" y="390785"/>
            <a:ext cx="130200" cy="168167"/>
            <a:chOff x="3935725" y="167575"/>
            <a:chExt cx="130200" cy="126125"/>
          </a:xfrm>
        </p:grpSpPr>
        <p:sp>
          <p:nvSpPr>
            <p:cNvPr id="139" name="Google Shape;139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1653000" y="3254600"/>
            <a:ext cx="58380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3"/>
          <p:cNvSpPr txBox="1">
            <a:spLocks noGrp="1"/>
          </p:cNvSpPr>
          <p:nvPr>
            <p:ph type="title" idx="2" hasCustomPrompt="1"/>
          </p:nvPr>
        </p:nvSpPr>
        <p:spPr>
          <a:xfrm>
            <a:off x="3720750" y="1575000"/>
            <a:ext cx="1702500" cy="1384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4" name="Google Shape;144;p3"/>
          <p:cNvSpPr txBox="1">
            <a:spLocks noGrp="1"/>
          </p:cNvSpPr>
          <p:nvPr>
            <p:ph type="subTitle" idx="1"/>
          </p:nvPr>
        </p:nvSpPr>
        <p:spPr>
          <a:xfrm>
            <a:off x="1653000" y="4303053"/>
            <a:ext cx="5838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410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4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48" name="Google Shape;148;p4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55" name="Google Shape;155;p4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56" name="Google Shape;156;p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4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4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4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73" name="Google Shape;173;p4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7" name="Google Shape;177;p4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89" name="Google Shape;189;p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90" name="Google Shape;190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" name="Google Shape;192;p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5" name="Google Shape;195;p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96" name="Google Shape;196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" name="Google Shape;198;p4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02" name="Google Shape;202;p4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" name="Google Shape;214;p4"/>
          <p:cNvSpPr txBox="1">
            <a:spLocks noGrp="1"/>
          </p:cNvSpPr>
          <p:nvPr>
            <p:ph type="body" idx="1"/>
          </p:nvPr>
        </p:nvSpPr>
        <p:spPr>
          <a:xfrm>
            <a:off x="720000" y="1621001"/>
            <a:ext cx="7704000" cy="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554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5"/>
          <p:cNvSpPr txBox="1">
            <a:spLocks noGrp="1"/>
          </p:cNvSpPr>
          <p:nvPr>
            <p:ph type="subTitle" idx="1"/>
          </p:nvPr>
        </p:nvSpPr>
        <p:spPr>
          <a:xfrm>
            <a:off x="4949161" y="3305801"/>
            <a:ext cx="26781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5"/>
          <p:cNvSpPr txBox="1">
            <a:spLocks noGrp="1"/>
          </p:cNvSpPr>
          <p:nvPr>
            <p:ph type="subTitle" idx="2"/>
          </p:nvPr>
        </p:nvSpPr>
        <p:spPr>
          <a:xfrm>
            <a:off x="1516738" y="3305800"/>
            <a:ext cx="26781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5"/>
          <p:cNvSpPr txBox="1">
            <a:spLocks noGrp="1"/>
          </p:cNvSpPr>
          <p:nvPr>
            <p:ph type="subTitle" idx="3"/>
          </p:nvPr>
        </p:nvSpPr>
        <p:spPr>
          <a:xfrm>
            <a:off x="4949152" y="2881001"/>
            <a:ext cx="26781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5"/>
          <p:cNvSpPr txBox="1">
            <a:spLocks noGrp="1"/>
          </p:cNvSpPr>
          <p:nvPr>
            <p:ph type="subTitle" idx="4"/>
          </p:nvPr>
        </p:nvSpPr>
        <p:spPr>
          <a:xfrm>
            <a:off x="1516737" y="2881000"/>
            <a:ext cx="26781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22" name="Google Shape;222;p5"/>
          <p:cNvGrpSpPr/>
          <p:nvPr/>
        </p:nvGrpSpPr>
        <p:grpSpPr>
          <a:xfrm>
            <a:off x="-1056525" y="-1355167"/>
            <a:ext cx="11531200" cy="8937867"/>
            <a:chOff x="-1056525" y="-1016375"/>
            <a:chExt cx="11531200" cy="6703400"/>
          </a:xfrm>
        </p:grpSpPr>
        <p:sp>
          <p:nvSpPr>
            <p:cNvPr id="223" name="Google Shape;223;p5"/>
            <p:cNvSpPr/>
            <p:nvPr/>
          </p:nvSpPr>
          <p:spPr>
            <a:xfrm>
              <a:off x="-70397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-10565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 rot="5400000">
              <a:off x="-1184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 rot="5400000">
              <a:off x="55314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 rot="10800000">
              <a:off x="8573550" y="367006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 rot="10800000">
              <a:off x="9057475" y="3423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-527805" y="-894471"/>
            <a:ext cx="10232769" cy="8993019"/>
            <a:chOff x="-527805" y="-670853"/>
            <a:chExt cx="10232769" cy="6744764"/>
          </a:xfrm>
        </p:grpSpPr>
        <p:grpSp>
          <p:nvGrpSpPr>
            <p:cNvPr id="230" name="Google Shape;230;p5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231" name="Google Shape;231;p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5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238" name="Google Shape;238;p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5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5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245" name="Google Shape;245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7528218" y="-369678"/>
              <a:ext cx="1337026" cy="826702"/>
              <a:chOff x="3421261" y="191675"/>
              <a:chExt cx="837578" cy="5178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5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5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5"/>
          <p:cNvGrpSpPr/>
          <p:nvPr/>
        </p:nvGrpSpPr>
        <p:grpSpPr>
          <a:xfrm>
            <a:off x="160162" y="390784"/>
            <a:ext cx="8848706" cy="6091917"/>
            <a:chOff x="160162" y="293088"/>
            <a:chExt cx="8848706" cy="4568938"/>
          </a:xfrm>
        </p:grpSpPr>
        <p:grpSp>
          <p:nvGrpSpPr>
            <p:cNvPr id="260" name="Google Shape;260;p5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261" name="Google Shape;26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269" name="Google Shape;269;p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270" name="Google Shape;270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2" name="Google Shape;272;p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273" name="Google Shape;273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5" name="Google Shape;275;p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276" name="Google Shape;276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8" name="Google Shape;278;p5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279" name="Google Shape;279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5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290" name="Google Shape;290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5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301" name="Google Shape;30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04" name="Google Shape;304;p5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305" name="Google Shape;30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012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11" name="Google Shape;311;p6"/>
          <p:cNvGrpSpPr/>
          <p:nvPr/>
        </p:nvGrpSpPr>
        <p:grpSpPr>
          <a:xfrm>
            <a:off x="-1163337" y="-824434"/>
            <a:ext cx="11346400" cy="9149900"/>
            <a:chOff x="-1163337" y="-618326"/>
            <a:chExt cx="11346400" cy="6862425"/>
          </a:xfrm>
        </p:grpSpPr>
        <p:sp>
          <p:nvSpPr>
            <p:cNvPr id="312" name="Google Shape;312;p6"/>
            <p:cNvSpPr/>
            <p:nvPr/>
          </p:nvSpPr>
          <p:spPr>
            <a:xfrm rot="10800000">
              <a:off x="8765863" y="394477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 rot="-5400000">
              <a:off x="8004163" y="37174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 rot="-5400000">
              <a:off x="412538" y="5482399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-898087" y="79886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-1163337" y="1045299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17" name="Google Shape;317;p6"/>
          <p:cNvGrpSpPr/>
          <p:nvPr/>
        </p:nvGrpSpPr>
        <p:grpSpPr>
          <a:xfrm>
            <a:off x="380021" y="204817"/>
            <a:ext cx="8609555" cy="6365464"/>
            <a:chOff x="380020" y="153613"/>
            <a:chExt cx="8609555" cy="4774098"/>
          </a:xfrm>
        </p:grpSpPr>
        <p:grpSp>
          <p:nvGrpSpPr>
            <p:cNvPr id="318" name="Google Shape;318;p6"/>
            <p:cNvGrpSpPr/>
            <p:nvPr/>
          </p:nvGrpSpPr>
          <p:grpSpPr>
            <a:xfrm rot="10800000" flipH="1">
              <a:off x="8859375" y="1541524"/>
              <a:ext cx="130200" cy="126125"/>
              <a:chOff x="3935725" y="167575"/>
              <a:chExt cx="130200" cy="126125"/>
            </a:xfrm>
          </p:grpSpPr>
          <p:sp>
            <p:nvSpPr>
              <p:cNvPr id="319" name="Google Shape;319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22" name="Google Shape;322;p6"/>
            <p:cNvGrpSpPr/>
            <p:nvPr/>
          </p:nvGrpSpPr>
          <p:grpSpPr>
            <a:xfrm rot="10800000" flipH="1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323" name="Google Shape;323;p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324" name="Google Shape;324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" name="Google Shape;326;p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327" name="Google Shape;327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" name="Google Shape;329;p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330" name="Google Shape;330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32" name="Google Shape;332;p6"/>
            <p:cNvGrpSpPr/>
            <p:nvPr/>
          </p:nvGrpSpPr>
          <p:grpSpPr>
            <a:xfrm rot="10800000" flipH="1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6"/>
            <p:cNvGrpSpPr/>
            <p:nvPr/>
          </p:nvGrpSpPr>
          <p:grpSpPr>
            <a:xfrm rot="10800000" flipH="1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344" name="Google Shape;344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6" name="Google Shape;346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47" name="Google Shape;347;p6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348" name="Google Shape;348;p6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6"/>
          <p:cNvGrpSpPr/>
          <p:nvPr/>
        </p:nvGrpSpPr>
        <p:grpSpPr>
          <a:xfrm>
            <a:off x="-1564470" y="-1296233"/>
            <a:ext cx="10887664" cy="9225185"/>
            <a:chOff x="-1564470" y="-972175"/>
            <a:chExt cx="10887664" cy="6918889"/>
          </a:xfrm>
        </p:grpSpPr>
        <p:grpSp>
          <p:nvGrpSpPr>
            <p:cNvPr id="352" name="Google Shape;352;p6"/>
            <p:cNvGrpSpPr/>
            <p:nvPr/>
          </p:nvGrpSpPr>
          <p:grpSpPr>
            <a:xfrm rot="10800000" flipH="1">
              <a:off x="6888396" y="4830837"/>
              <a:ext cx="204128" cy="1115878"/>
              <a:chOff x="6605329" y="191675"/>
              <a:chExt cx="127876" cy="699040"/>
            </a:xfrm>
          </p:grpSpPr>
          <p:sp>
            <p:nvSpPr>
              <p:cNvPr id="353" name="Google Shape;353;p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6"/>
            <p:cNvGrpSpPr/>
            <p:nvPr/>
          </p:nvGrpSpPr>
          <p:grpSpPr>
            <a:xfrm>
              <a:off x="6735165" y="-510145"/>
              <a:ext cx="1493520" cy="615774"/>
              <a:chOff x="5301012" y="396272"/>
              <a:chExt cx="935614" cy="385751"/>
            </a:xfrm>
          </p:grpSpPr>
          <p:sp>
            <p:nvSpPr>
              <p:cNvPr id="356" name="Google Shape;356;p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6"/>
            <p:cNvGrpSpPr/>
            <p:nvPr/>
          </p:nvGrpSpPr>
          <p:grpSpPr>
            <a:xfrm rot="10800000" flipH="1">
              <a:off x="7037958" y="-447252"/>
              <a:ext cx="1064856" cy="813093"/>
              <a:chOff x="3843246" y="357910"/>
              <a:chExt cx="667078" cy="509361"/>
            </a:xfrm>
          </p:grpSpPr>
          <p:sp>
            <p:nvSpPr>
              <p:cNvPr id="360" name="Google Shape;360;p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6"/>
            <p:cNvGrpSpPr/>
            <p:nvPr/>
          </p:nvGrpSpPr>
          <p:grpSpPr>
            <a:xfrm rot="10800000" flipH="1">
              <a:off x="7986168" y="4717838"/>
              <a:ext cx="1337026" cy="826702"/>
              <a:chOff x="3421261" y="191675"/>
              <a:chExt cx="837578" cy="517886"/>
            </a:xfrm>
          </p:grpSpPr>
          <p:sp>
            <p:nvSpPr>
              <p:cNvPr id="364" name="Google Shape;364;p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 rot="10800000" flipH="1">
              <a:off x="-1564470" y="3497996"/>
              <a:ext cx="2156910" cy="506908"/>
              <a:chOff x="4891825" y="3495059"/>
              <a:chExt cx="1351193" cy="317552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6"/>
            <p:cNvGrpSpPr/>
            <p:nvPr/>
          </p:nvGrpSpPr>
          <p:grpSpPr>
            <a:xfrm rot="10800000">
              <a:off x="912053" y="-972175"/>
              <a:ext cx="619332" cy="1338013"/>
              <a:chOff x="6850421" y="775628"/>
              <a:chExt cx="398541" cy="861012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185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7"/>
          <p:cNvSpPr txBox="1">
            <a:spLocks noGrp="1"/>
          </p:cNvSpPr>
          <p:nvPr>
            <p:ph type="subTitle" idx="1"/>
          </p:nvPr>
        </p:nvSpPr>
        <p:spPr>
          <a:xfrm>
            <a:off x="720000" y="2112500"/>
            <a:ext cx="3669600" cy="3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81" name="Google Shape;381;p7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382" name="Google Shape;382;p7"/>
            <p:cNvSpPr/>
            <p:nvPr/>
          </p:nvSpPr>
          <p:spPr>
            <a:xfrm flipH="1">
              <a:off x="840220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3" name="Google Shape;383;p7"/>
            <p:cNvSpPr/>
            <p:nvPr/>
          </p:nvSpPr>
          <p:spPr>
            <a:xfrm flipH="1">
              <a:off x="888612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4" name="Google Shape;384;p7"/>
            <p:cNvSpPr/>
            <p:nvPr/>
          </p:nvSpPr>
          <p:spPr>
            <a:xfrm flipH="1">
              <a:off x="-99597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5" name="Google Shape;385;p7"/>
            <p:cNvSpPr/>
            <p:nvPr/>
          </p:nvSpPr>
          <p:spPr>
            <a:xfrm flipH="1">
              <a:off x="-71940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6" name="Google Shape;386;p7"/>
            <p:cNvSpPr/>
            <p:nvPr/>
          </p:nvSpPr>
          <p:spPr>
            <a:xfrm rot="-5400000" flipH="1">
              <a:off x="8045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7" name="Google Shape;387;p7"/>
            <p:cNvSpPr/>
            <p:nvPr/>
          </p:nvSpPr>
          <p:spPr>
            <a:xfrm rot="-5400000" flipH="1">
              <a:off x="66303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88" name="Google Shape;388;p7"/>
          <p:cNvGrpSpPr/>
          <p:nvPr/>
        </p:nvGrpSpPr>
        <p:grpSpPr>
          <a:xfrm>
            <a:off x="-291756" y="-42889"/>
            <a:ext cx="10389925" cy="6594136"/>
            <a:chOff x="-291756" y="-32167"/>
            <a:chExt cx="10389925" cy="4945602"/>
          </a:xfrm>
        </p:grpSpPr>
        <p:grpSp>
          <p:nvGrpSpPr>
            <p:cNvPr id="389" name="Google Shape;389;p7"/>
            <p:cNvGrpSpPr/>
            <p:nvPr/>
          </p:nvGrpSpPr>
          <p:grpSpPr>
            <a:xfrm rot="-5400000" flipH="1">
              <a:off x="-320951" y="3974459"/>
              <a:ext cx="1064856" cy="813093"/>
              <a:chOff x="3843246" y="357910"/>
              <a:chExt cx="667078" cy="509361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7"/>
            <p:cNvGrpSpPr/>
            <p:nvPr/>
          </p:nvGrpSpPr>
          <p:grpSpPr>
            <a:xfrm rot="-5400000" flipH="1">
              <a:off x="-546918" y="3526701"/>
              <a:ext cx="1337026" cy="826702"/>
              <a:chOff x="3421261" y="191675"/>
              <a:chExt cx="837578" cy="517886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7"/>
            <p:cNvGrpSpPr/>
            <p:nvPr/>
          </p:nvGrpSpPr>
          <p:grpSpPr>
            <a:xfrm flipH="1">
              <a:off x="7941260" y="-32167"/>
              <a:ext cx="2156910" cy="506908"/>
              <a:chOff x="4891825" y="3495059"/>
              <a:chExt cx="1351193" cy="317552"/>
            </a:xfrm>
          </p:grpSpPr>
          <p:sp>
            <p:nvSpPr>
              <p:cNvPr id="397" name="Google Shape;397;p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7"/>
            <p:cNvGrpSpPr/>
            <p:nvPr/>
          </p:nvGrpSpPr>
          <p:grpSpPr>
            <a:xfrm rot="5400000" flipH="1">
              <a:off x="9308552" y="3557422"/>
              <a:ext cx="204128" cy="1115878"/>
              <a:chOff x="6605329" y="191675"/>
              <a:chExt cx="127876" cy="699040"/>
            </a:xfrm>
          </p:grpSpPr>
          <p:sp>
            <p:nvSpPr>
              <p:cNvPr id="404" name="Google Shape;404;p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6" name="Google Shape;406;p7"/>
          <p:cNvGrpSpPr/>
          <p:nvPr/>
        </p:nvGrpSpPr>
        <p:grpSpPr>
          <a:xfrm>
            <a:off x="567614" y="253349"/>
            <a:ext cx="8370163" cy="6301464"/>
            <a:chOff x="567613" y="190012"/>
            <a:chExt cx="8370163" cy="4726098"/>
          </a:xfrm>
        </p:grpSpPr>
        <p:grpSp>
          <p:nvGrpSpPr>
            <p:cNvPr id="407" name="Google Shape;407;p7"/>
            <p:cNvGrpSpPr/>
            <p:nvPr/>
          </p:nvGrpSpPr>
          <p:grpSpPr>
            <a:xfrm flipH="1">
              <a:off x="8807575" y="1325038"/>
              <a:ext cx="130200" cy="126125"/>
              <a:chOff x="3935725" y="167575"/>
              <a:chExt cx="130200" cy="126125"/>
            </a:xfrm>
          </p:grpSpPr>
          <p:sp>
            <p:nvSpPr>
              <p:cNvPr id="408" name="Google Shape;408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10" name="Google Shape;410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11" name="Google Shape;411;p7"/>
            <p:cNvGrpSpPr/>
            <p:nvPr/>
          </p:nvGrpSpPr>
          <p:grpSpPr>
            <a:xfrm flipH="1">
              <a:off x="652044" y="190012"/>
              <a:ext cx="449076" cy="119073"/>
              <a:chOff x="7108302" y="2550931"/>
              <a:chExt cx="281323" cy="74593"/>
            </a:xfrm>
          </p:grpSpPr>
          <p:sp>
            <p:nvSpPr>
              <p:cNvPr id="412" name="Google Shape;41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 flipH="1">
              <a:off x="6728255" y="4778554"/>
              <a:ext cx="101875" cy="134875"/>
              <a:chOff x="3928495" y="333391"/>
              <a:chExt cx="101875" cy="134875"/>
            </a:xfrm>
          </p:grpSpPr>
          <p:grpSp>
            <p:nvGrpSpPr>
              <p:cNvPr id="423" name="Google Shape;423;p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424" name="Google Shape;424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6" name="Google Shape;426;p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9" name="Google Shape;429;p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430" name="Google Shape;430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2" name="Google Shape;432;p7"/>
            <p:cNvGrpSpPr/>
            <p:nvPr/>
          </p:nvGrpSpPr>
          <p:grpSpPr>
            <a:xfrm flipH="1">
              <a:off x="567613" y="668313"/>
              <a:ext cx="130200" cy="126125"/>
              <a:chOff x="3935725" y="167575"/>
              <a:chExt cx="130200" cy="126125"/>
            </a:xfrm>
          </p:grpSpPr>
          <p:sp>
            <p:nvSpPr>
              <p:cNvPr id="433" name="Google Shape;433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4" name="Google Shape;434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5" name="Google Shape;435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36" name="Google Shape;436;p7"/>
            <p:cNvGrpSpPr/>
            <p:nvPr/>
          </p:nvGrpSpPr>
          <p:grpSpPr>
            <a:xfrm rot="10800000" flipH="1">
              <a:off x="7240419" y="4797037"/>
              <a:ext cx="449076" cy="119073"/>
              <a:chOff x="7108302" y="2550931"/>
              <a:chExt cx="281323" cy="74593"/>
            </a:xfrm>
          </p:grpSpPr>
          <p:sp>
            <p:nvSpPr>
              <p:cNvPr id="437" name="Google Shape;43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846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8"/>
          <p:cNvGrpSpPr/>
          <p:nvPr/>
        </p:nvGrpSpPr>
        <p:grpSpPr>
          <a:xfrm>
            <a:off x="-1078950" y="-1355167"/>
            <a:ext cx="11081975" cy="9389533"/>
            <a:chOff x="-1078950" y="-1016375"/>
            <a:chExt cx="11081975" cy="7042150"/>
          </a:xfrm>
        </p:grpSpPr>
        <p:sp>
          <p:nvSpPr>
            <p:cNvPr id="450" name="Google Shape;450;p8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 rot="-5400000" flipH="1">
              <a:off x="5671550" y="52640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3" name="Google Shape;453;p8"/>
            <p:cNvSpPr/>
            <p:nvPr/>
          </p:nvSpPr>
          <p:spPr>
            <a:xfrm rot="-5400000" flipH="1">
              <a:off x="24835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4" name="Google Shape;454;p8"/>
            <p:cNvSpPr/>
            <p:nvPr/>
          </p:nvSpPr>
          <p:spPr>
            <a:xfrm rot="10800000" flipH="1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5" name="Google Shape;455;p8"/>
            <p:cNvSpPr/>
            <p:nvPr/>
          </p:nvSpPr>
          <p:spPr>
            <a:xfrm rot="10800000" flipH="1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456" name="Google Shape;456;p8"/>
          <p:cNvGrpSpPr/>
          <p:nvPr/>
        </p:nvGrpSpPr>
        <p:grpSpPr>
          <a:xfrm>
            <a:off x="123985" y="-768503"/>
            <a:ext cx="9153370" cy="9451209"/>
            <a:chOff x="123985" y="-576378"/>
            <a:chExt cx="9153370" cy="7088407"/>
          </a:xfrm>
        </p:grpSpPr>
        <p:grpSp>
          <p:nvGrpSpPr>
            <p:cNvPr id="457" name="Google Shape;457;p8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458" name="Google Shape;458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8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465" name="Google Shape;465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8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8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472" name="Google Shape;472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8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476" name="Google Shape;476;p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8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479" name="Google Shape;479;p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8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483" name="Google Shape;483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" name="Google Shape;486;p8"/>
            <p:cNvGrpSpPr/>
            <p:nvPr/>
          </p:nvGrpSpPr>
          <p:grpSpPr>
            <a:xfrm rot="-5400000" flipH="1">
              <a:off x="2113698" y="5180120"/>
              <a:ext cx="2156910" cy="506908"/>
              <a:chOff x="4891825" y="3495059"/>
              <a:chExt cx="1351193" cy="317552"/>
            </a:xfrm>
          </p:grpSpPr>
          <p:sp>
            <p:nvSpPr>
              <p:cNvPr id="487" name="Google Shape;487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8"/>
            <p:cNvGrpSpPr/>
            <p:nvPr/>
          </p:nvGrpSpPr>
          <p:grpSpPr>
            <a:xfrm flipH="1">
              <a:off x="5175252" y="-576378"/>
              <a:ext cx="204128" cy="1115878"/>
              <a:chOff x="6605329" y="191675"/>
              <a:chExt cx="127876" cy="699040"/>
            </a:xfrm>
          </p:grpSpPr>
          <p:sp>
            <p:nvSpPr>
              <p:cNvPr id="494" name="Google Shape;494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6" name="Google Shape;496;p8"/>
          <p:cNvSpPr txBox="1">
            <a:spLocks noGrp="1"/>
          </p:cNvSpPr>
          <p:nvPr>
            <p:ph type="title"/>
          </p:nvPr>
        </p:nvSpPr>
        <p:spPr>
          <a:xfrm>
            <a:off x="1133425" y="2528433"/>
            <a:ext cx="6877200" cy="16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97" name="Google Shape;497;p8"/>
          <p:cNvGrpSpPr/>
          <p:nvPr/>
        </p:nvGrpSpPr>
        <p:grpSpPr>
          <a:xfrm flipH="1">
            <a:off x="535582" y="2136583"/>
            <a:ext cx="449076" cy="158764"/>
            <a:chOff x="7108302" y="2550931"/>
            <a:chExt cx="281323" cy="74593"/>
          </a:xfrm>
        </p:grpSpPr>
        <p:sp>
          <p:nvSpPr>
            <p:cNvPr id="498" name="Google Shape;498;p8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8"/>
          <p:cNvGrpSpPr/>
          <p:nvPr/>
        </p:nvGrpSpPr>
        <p:grpSpPr>
          <a:xfrm flipH="1">
            <a:off x="8207938" y="2046317"/>
            <a:ext cx="445675" cy="158764"/>
            <a:chOff x="3578973" y="2550931"/>
            <a:chExt cx="279193" cy="74593"/>
          </a:xfrm>
        </p:grpSpPr>
        <p:sp>
          <p:nvSpPr>
            <p:cNvPr id="509" name="Google Shape;509;p8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37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9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9"/>
          <p:cNvSpPr txBox="1">
            <a:spLocks noGrp="1"/>
          </p:cNvSpPr>
          <p:nvPr>
            <p:ph type="title"/>
          </p:nvPr>
        </p:nvSpPr>
        <p:spPr>
          <a:xfrm>
            <a:off x="793025" y="1372000"/>
            <a:ext cx="3880500" cy="19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9"/>
          <p:cNvSpPr txBox="1">
            <a:spLocks noGrp="1"/>
          </p:cNvSpPr>
          <p:nvPr>
            <p:ph type="subTitle" idx="1"/>
          </p:nvPr>
        </p:nvSpPr>
        <p:spPr>
          <a:xfrm>
            <a:off x="793025" y="3411600"/>
            <a:ext cx="3880500" cy="1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9"/>
          <p:cNvSpPr>
            <a:spLocks noGrp="1"/>
          </p:cNvSpPr>
          <p:nvPr>
            <p:ph type="pic" idx="2"/>
          </p:nvPr>
        </p:nvSpPr>
        <p:spPr>
          <a:xfrm>
            <a:off x="5346671" y="802600"/>
            <a:ext cx="3025200" cy="5252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24" name="Google Shape;524;p9"/>
          <p:cNvGrpSpPr/>
          <p:nvPr/>
        </p:nvGrpSpPr>
        <p:grpSpPr>
          <a:xfrm flipH="1">
            <a:off x="-198360" y="-601671"/>
            <a:ext cx="10173789" cy="7534459"/>
            <a:chOff x="-900429" y="-451253"/>
            <a:chExt cx="10173789" cy="5650844"/>
          </a:xfrm>
        </p:grpSpPr>
        <p:grpSp>
          <p:nvGrpSpPr>
            <p:cNvPr id="525" name="Google Shape;525;p9"/>
            <p:cNvGrpSpPr/>
            <p:nvPr/>
          </p:nvGrpSpPr>
          <p:grpSpPr>
            <a:xfrm rot="-5400000">
              <a:off x="-444554" y="2420972"/>
              <a:ext cx="204128" cy="1115878"/>
              <a:chOff x="6135602" y="7311"/>
              <a:chExt cx="127876" cy="699040"/>
            </a:xfrm>
          </p:grpSpPr>
          <p:sp>
            <p:nvSpPr>
              <p:cNvPr id="526" name="Google Shape;526;p9"/>
              <p:cNvSpPr/>
              <p:nvPr/>
            </p:nvSpPr>
            <p:spPr>
              <a:xfrm>
                <a:off x="6231508" y="67438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6135602" y="7311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" name="Google Shape;528;p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529" name="Google Shape;529;p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530" name="Google Shape;530;p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3" name="Google Shape;533;p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534" name="Google Shape;534;p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6" name="Google Shape;536;p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537" name="Google Shape;537;p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544" name="Google Shape;544;p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" name="Google Shape;547;p9"/>
          <p:cNvGrpSpPr/>
          <p:nvPr/>
        </p:nvGrpSpPr>
        <p:grpSpPr>
          <a:xfrm rot="10800000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548" name="Google Shape;548;p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554" name="Google Shape;554;p9"/>
          <p:cNvGrpSpPr/>
          <p:nvPr/>
        </p:nvGrpSpPr>
        <p:grpSpPr>
          <a:xfrm flipH="1">
            <a:off x="477826" y="187984"/>
            <a:ext cx="8320055" cy="6365464"/>
            <a:chOff x="473320" y="140988"/>
            <a:chExt cx="8320055" cy="4774098"/>
          </a:xfrm>
        </p:grpSpPr>
        <p:grpSp>
          <p:nvGrpSpPr>
            <p:cNvPr id="555" name="Google Shape;555;p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556" name="Google Shape;556;p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7" name="Google Shape;557;p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8" name="Google Shape;558;p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59" name="Google Shape;559;p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560" name="Google Shape;560;p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561" name="Google Shape;561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3" name="Google Shape;563;p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564" name="Google Shape;564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6" name="Google Shape;566;p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567" name="Google Shape;567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" name="Google Shape;569;p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570" name="Google Shape;570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0" name="Google Shape;580;p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581" name="Google Shape;581;p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84" name="Google Shape;584;p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585" name="Google Shape;585;p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876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10"/>
          <p:cNvSpPr txBox="1">
            <a:spLocks noGrp="1"/>
          </p:cNvSpPr>
          <p:nvPr>
            <p:ph type="title"/>
          </p:nvPr>
        </p:nvSpPr>
        <p:spPr>
          <a:xfrm>
            <a:off x="1390200" y="5378633"/>
            <a:ext cx="6363600" cy="65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980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1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135397"/>
            <a:ext cx="6576000" cy="1526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4" name="Google Shape;594;p11"/>
          <p:cNvSpPr txBox="1">
            <a:spLocks noGrp="1"/>
          </p:cNvSpPr>
          <p:nvPr>
            <p:ph type="subTitle" idx="1"/>
          </p:nvPr>
        </p:nvSpPr>
        <p:spPr>
          <a:xfrm>
            <a:off x="1284000" y="3930717"/>
            <a:ext cx="6576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95" name="Google Shape;595;p11"/>
          <p:cNvGrpSpPr/>
          <p:nvPr/>
        </p:nvGrpSpPr>
        <p:grpSpPr>
          <a:xfrm rot="10800000" flipH="1">
            <a:off x="-871550" y="-645819"/>
            <a:ext cx="11081975" cy="8937867"/>
            <a:chOff x="-871550" y="-1016375"/>
            <a:chExt cx="11081975" cy="6703400"/>
          </a:xfrm>
        </p:grpSpPr>
        <p:sp>
          <p:nvSpPr>
            <p:cNvPr id="596" name="Google Shape;596;p11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602" name="Google Shape;602;p11"/>
          <p:cNvGrpSpPr/>
          <p:nvPr/>
        </p:nvGrpSpPr>
        <p:grpSpPr>
          <a:xfrm rot="10800000" flipH="1">
            <a:off x="744822" y="-645833"/>
            <a:ext cx="8262669" cy="8424552"/>
            <a:chOff x="744821" y="-576378"/>
            <a:chExt cx="8262669" cy="6318414"/>
          </a:xfrm>
        </p:grpSpPr>
        <p:grpSp>
          <p:nvGrpSpPr>
            <p:cNvPr id="603" name="Google Shape;603;p11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604" name="Google Shape;604;p1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11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611" name="Google Shape;611;p1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" name="Google Shape;613;p11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614" name="Google Shape;614;p11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1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1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7" name="Google Shape;617;p11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618" name="Google Shape;618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1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622" name="Google Shape;622;p11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1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11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625" name="Google Shape;625;p1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11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629" name="Google Shape;629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11"/>
          <p:cNvGrpSpPr/>
          <p:nvPr/>
        </p:nvGrpSpPr>
        <p:grpSpPr>
          <a:xfrm>
            <a:off x="380021" y="204817"/>
            <a:ext cx="7382905" cy="6365464"/>
            <a:chOff x="380020" y="153613"/>
            <a:chExt cx="7382905" cy="4774098"/>
          </a:xfrm>
        </p:grpSpPr>
        <p:grpSp>
          <p:nvGrpSpPr>
            <p:cNvPr id="633" name="Google Shape;633;p11"/>
            <p:cNvGrpSpPr/>
            <p:nvPr/>
          </p:nvGrpSpPr>
          <p:grpSpPr>
            <a:xfrm rot="10800000" flipH="1">
              <a:off x="481900" y="1674649"/>
              <a:ext cx="130200" cy="126125"/>
              <a:chOff x="-4441750" y="34450"/>
              <a:chExt cx="130200" cy="126125"/>
            </a:xfrm>
          </p:grpSpPr>
          <p:sp>
            <p:nvSpPr>
              <p:cNvPr id="634" name="Google Shape;634;p11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5" name="Google Shape;635;p11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6" name="Google Shape;636;p11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37" name="Google Shape;637;p11"/>
            <p:cNvGrpSpPr/>
            <p:nvPr/>
          </p:nvGrpSpPr>
          <p:grpSpPr>
            <a:xfrm rot="10800000" flipH="1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638" name="Google Shape;638;p1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39" name="Google Shape;639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1" name="Google Shape;641;p1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42" name="Google Shape;642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4" name="Google Shape;644;p1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45" name="Google Shape;645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" name="Google Shape;647;p11"/>
            <p:cNvGrpSpPr/>
            <p:nvPr/>
          </p:nvGrpSpPr>
          <p:grpSpPr>
            <a:xfrm rot="10800000" flipH="1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648" name="Google Shape;648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8" name="Google Shape;658;p11"/>
            <p:cNvGrpSpPr/>
            <p:nvPr/>
          </p:nvGrpSpPr>
          <p:grpSpPr>
            <a:xfrm rot="10800000" flipH="1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659" name="Google Shape;659;p1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0" name="Google Shape;660;p1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62" name="Google Shape;662;p11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663" name="Google Shape;663;p1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855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06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0" name="Google Shape;670;p13"/>
          <p:cNvSpPr txBox="1">
            <a:spLocks noGrp="1"/>
          </p:cNvSpPr>
          <p:nvPr>
            <p:ph type="subTitle" idx="1"/>
          </p:nvPr>
        </p:nvSpPr>
        <p:spPr>
          <a:xfrm>
            <a:off x="1806625" y="26550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1" name="Google Shape;671;p13"/>
          <p:cNvSpPr txBox="1">
            <a:spLocks noGrp="1"/>
          </p:cNvSpPr>
          <p:nvPr>
            <p:ph type="subTitle" idx="2"/>
          </p:nvPr>
        </p:nvSpPr>
        <p:spPr>
          <a:xfrm>
            <a:off x="5665400" y="26550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2" name="Google Shape;672;p13"/>
          <p:cNvSpPr txBox="1">
            <a:spLocks noGrp="1"/>
          </p:cNvSpPr>
          <p:nvPr>
            <p:ph type="subTitle" idx="3"/>
          </p:nvPr>
        </p:nvSpPr>
        <p:spPr>
          <a:xfrm>
            <a:off x="1806625" y="49416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3" name="Google Shape;673;p13"/>
          <p:cNvSpPr txBox="1">
            <a:spLocks noGrp="1"/>
          </p:cNvSpPr>
          <p:nvPr>
            <p:ph type="subTitle" idx="4"/>
          </p:nvPr>
        </p:nvSpPr>
        <p:spPr>
          <a:xfrm>
            <a:off x="5665400" y="49416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4" name="Google Shape;674;p13"/>
          <p:cNvSpPr txBox="1">
            <a:spLocks noGrp="1"/>
          </p:cNvSpPr>
          <p:nvPr>
            <p:ph type="title" idx="5" hasCustomPrompt="1"/>
          </p:nvPr>
        </p:nvSpPr>
        <p:spPr>
          <a:xfrm>
            <a:off x="901087" y="1920500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5" name="Google Shape;675;p13"/>
          <p:cNvSpPr txBox="1">
            <a:spLocks noGrp="1"/>
          </p:cNvSpPr>
          <p:nvPr>
            <p:ph type="title" idx="6" hasCustomPrompt="1"/>
          </p:nvPr>
        </p:nvSpPr>
        <p:spPr>
          <a:xfrm>
            <a:off x="901087" y="4207103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6" name="Google Shape;676;p13"/>
          <p:cNvSpPr txBox="1">
            <a:spLocks noGrp="1"/>
          </p:cNvSpPr>
          <p:nvPr>
            <p:ph type="title" idx="7" hasCustomPrompt="1"/>
          </p:nvPr>
        </p:nvSpPr>
        <p:spPr>
          <a:xfrm>
            <a:off x="4759861" y="1920500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7" name="Google Shape;67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9861" y="4207108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8" name="Google Shape;678;p13"/>
          <p:cNvSpPr txBox="1">
            <a:spLocks noGrp="1"/>
          </p:cNvSpPr>
          <p:nvPr>
            <p:ph type="subTitle" idx="9"/>
          </p:nvPr>
        </p:nvSpPr>
        <p:spPr>
          <a:xfrm>
            <a:off x="1806638" y="1675567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9" name="Google Shape;679;p13"/>
          <p:cNvSpPr txBox="1">
            <a:spLocks noGrp="1"/>
          </p:cNvSpPr>
          <p:nvPr>
            <p:ph type="subTitle" idx="13"/>
          </p:nvPr>
        </p:nvSpPr>
        <p:spPr>
          <a:xfrm>
            <a:off x="5665413" y="1675567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subTitle" idx="14"/>
          </p:nvPr>
        </p:nvSpPr>
        <p:spPr>
          <a:xfrm>
            <a:off x="1806638" y="3962033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1" name="Google Shape;681;p13"/>
          <p:cNvSpPr txBox="1">
            <a:spLocks noGrp="1"/>
          </p:cNvSpPr>
          <p:nvPr>
            <p:ph type="subTitle" idx="15"/>
          </p:nvPr>
        </p:nvSpPr>
        <p:spPr>
          <a:xfrm>
            <a:off x="5665413" y="3962033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82" name="Google Shape;682;p13"/>
          <p:cNvGrpSpPr/>
          <p:nvPr/>
        </p:nvGrpSpPr>
        <p:grpSpPr>
          <a:xfrm>
            <a:off x="362676" y="297518"/>
            <a:ext cx="8584545" cy="6270317"/>
            <a:chOff x="362675" y="223138"/>
            <a:chExt cx="8584545" cy="4702738"/>
          </a:xfrm>
        </p:grpSpPr>
        <p:grpSp>
          <p:nvGrpSpPr>
            <p:cNvPr id="683" name="Google Shape;683;p13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684" name="Google Shape;68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87" name="Google Shape;687;p13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688" name="Google Shape;688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91" name="Google Shape;691;p13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692" name="Google Shape;692;p1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93" name="Google Shape;693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5" name="Google Shape;695;p1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96" name="Google Shape;696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" name="Google Shape;698;p1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99" name="Google Shape;699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13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702" name="Google Shape;702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3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713" name="Google Shape;713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13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724" name="Google Shape;72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727" name="Google Shape;727;p13"/>
          <p:cNvGrpSpPr/>
          <p:nvPr/>
        </p:nvGrpSpPr>
        <p:grpSpPr>
          <a:xfrm>
            <a:off x="-1125950" y="-1489319"/>
            <a:ext cx="11388500" cy="9890420"/>
            <a:chOff x="-1125950" y="-1116990"/>
            <a:chExt cx="11388500" cy="7417815"/>
          </a:xfrm>
        </p:grpSpPr>
        <p:sp>
          <p:nvSpPr>
            <p:cNvPr id="728" name="Google Shape;728;p13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34" name="Google Shape;734;p13"/>
          <p:cNvGrpSpPr/>
          <p:nvPr/>
        </p:nvGrpSpPr>
        <p:grpSpPr>
          <a:xfrm>
            <a:off x="-918810" y="-1272039"/>
            <a:ext cx="10760625" cy="9774893"/>
            <a:chOff x="-918810" y="-954029"/>
            <a:chExt cx="10760625" cy="7331170"/>
          </a:xfrm>
        </p:grpSpPr>
        <p:grpSp>
          <p:nvGrpSpPr>
            <p:cNvPr id="735" name="Google Shape;735;p13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13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740" name="Google Shape;740;p1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3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747" name="Google Shape;747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3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71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1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14"/>
          <p:cNvGrpSpPr/>
          <p:nvPr/>
        </p:nvGrpSpPr>
        <p:grpSpPr>
          <a:xfrm>
            <a:off x="7007814" y="310950"/>
            <a:ext cx="1814513" cy="6256884"/>
            <a:chOff x="7007813" y="233212"/>
            <a:chExt cx="1814513" cy="4692663"/>
          </a:xfrm>
        </p:grpSpPr>
        <p:grpSp>
          <p:nvGrpSpPr>
            <p:cNvPr id="757" name="Google Shape;757;p14"/>
            <p:cNvGrpSpPr/>
            <p:nvPr/>
          </p:nvGrpSpPr>
          <p:grpSpPr>
            <a:xfrm flipH="1">
              <a:off x="8692125" y="793000"/>
              <a:ext cx="130200" cy="126125"/>
              <a:chOff x="3935725" y="167575"/>
              <a:chExt cx="130200" cy="126125"/>
            </a:xfrm>
          </p:grpSpPr>
          <p:sp>
            <p:nvSpPr>
              <p:cNvPr id="758" name="Google Shape;758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1" name="Google Shape;761;p14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762" name="Google Shape;762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5" name="Google Shape;765;p14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766" name="Google Shape;766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" name="Google Shape;776;p14"/>
          <p:cNvGrpSpPr/>
          <p:nvPr/>
        </p:nvGrpSpPr>
        <p:grpSpPr>
          <a:xfrm>
            <a:off x="-1077550" y="-1489319"/>
            <a:ext cx="11388500" cy="9890420"/>
            <a:chOff x="-1077550" y="-1116990"/>
            <a:chExt cx="11388500" cy="7417815"/>
          </a:xfrm>
        </p:grpSpPr>
        <p:sp>
          <p:nvSpPr>
            <p:cNvPr id="777" name="Google Shape;777;p14"/>
            <p:cNvSpPr/>
            <p:nvPr/>
          </p:nvSpPr>
          <p:spPr>
            <a:xfrm rot="10800000">
              <a:off x="8610300" y="406331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8" name="Google Shape;778;p14"/>
            <p:cNvSpPr/>
            <p:nvPr/>
          </p:nvSpPr>
          <p:spPr>
            <a:xfrm rot="10800000">
              <a:off x="8893750" y="3816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9" name="Google Shape;779;p14"/>
            <p:cNvSpPr/>
            <p:nvPr/>
          </p:nvSpPr>
          <p:spPr>
            <a:xfrm rot="10800000" flipH="1">
              <a:off x="-7973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0" name="Google Shape;780;p14"/>
            <p:cNvSpPr/>
            <p:nvPr/>
          </p:nvSpPr>
          <p:spPr>
            <a:xfrm rot="10800000" flipH="1">
              <a:off x="-10775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1" name="Google Shape;781;p14"/>
            <p:cNvSpPr/>
            <p:nvPr/>
          </p:nvSpPr>
          <p:spPr>
            <a:xfrm rot="-5400000" flipH="1">
              <a:off x="12490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2" name="Google Shape;782;p14"/>
            <p:cNvSpPr/>
            <p:nvPr/>
          </p:nvSpPr>
          <p:spPr>
            <a:xfrm rot="-5400000" flipH="1">
              <a:off x="4967450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83" name="Google Shape;783;p14"/>
          <p:cNvGrpSpPr/>
          <p:nvPr/>
        </p:nvGrpSpPr>
        <p:grpSpPr>
          <a:xfrm>
            <a:off x="-656815" y="-1272039"/>
            <a:ext cx="10760625" cy="9590560"/>
            <a:chOff x="-656815" y="-954029"/>
            <a:chExt cx="10760625" cy="7192920"/>
          </a:xfrm>
        </p:grpSpPr>
        <p:grpSp>
          <p:nvGrpSpPr>
            <p:cNvPr id="784" name="Google Shape;784;p14"/>
            <p:cNvGrpSpPr/>
            <p:nvPr/>
          </p:nvGrpSpPr>
          <p:grpSpPr>
            <a:xfrm flipH="1">
              <a:off x="8610290" y="186420"/>
              <a:ext cx="1493520" cy="615774"/>
              <a:chOff x="5301012" y="396272"/>
              <a:chExt cx="935614" cy="385751"/>
            </a:xfrm>
          </p:grpSpPr>
          <p:sp>
            <p:nvSpPr>
              <p:cNvPr id="785" name="Google Shape;785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14"/>
            <p:cNvGrpSpPr/>
            <p:nvPr/>
          </p:nvGrpSpPr>
          <p:grpSpPr>
            <a:xfrm flipH="1">
              <a:off x="-656815" y="4712283"/>
              <a:ext cx="2156910" cy="506908"/>
              <a:chOff x="4891825" y="3495059"/>
              <a:chExt cx="1351193" cy="317552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5" name="Google Shape;795;p14"/>
            <p:cNvGrpSpPr/>
            <p:nvPr/>
          </p:nvGrpSpPr>
          <p:grpSpPr>
            <a:xfrm rot="5400000" flipH="1">
              <a:off x="-293635" y="-515155"/>
              <a:ext cx="1493520" cy="615774"/>
              <a:chOff x="5301012" y="396272"/>
              <a:chExt cx="935614" cy="385751"/>
            </a:xfrm>
          </p:grpSpPr>
          <p:sp>
            <p:nvSpPr>
              <p:cNvPr id="796" name="Google Shape;796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4"/>
            <p:cNvGrpSpPr/>
            <p:nvPr/>
          </p:nvGrpSpPr>
          <p:grpSpPr>
            <a:xfrm rot="-5400000">
              <a:off x="7497265" y="5184245"/>
              <a:ext cx="1493520" cy="615774"/>
              <a:chOff x="5301012" y="396272"/>
              <a:chExt cx="935614" cy="385751"/>
            </a:xfrm>
          </p:grpSpPr>
          <p:sp>
            <p:nvSpPr>
              <p:cNvPr id="800" name="Google Shape;800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3" name="Google Shape;803;p14"/>
          <p:cNvSpPr txBox="1">
            <a:spLocks noGrp="1"/>
          </p:cNvSpPr>
          <p:nvPr>
            <p:ph type="title"/>
          </p:nvPr>
        </p:nvSpPr>
        <p:spPr>
          <a:xfrm>
            <a:off x="1781238" y="4518495"/>
            <a:ext cx="55815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4" name="Google Shape;804;p14"/>
          <p:cNvSpPr txBox="1">
            <a:spLocks noGrp="1"/>
          </p:cNvSpPr>
          <p:nvPr>
            <p:ph type="subTitle" idx="1"/>
          </p:nvPr>
        </p:nvSpPr>
        <p:spPr>
          <a:xfrm>
            <a:off x="1781238" y="1427600"/>
            <a:ext cx="5581500" cy="31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4591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08" name="Google Shape;808;p15"/>
          <p:cNvGrpSpPr/>
          <p:nvPr/>
        </p:nvGrpSpPr>
        <p:grpSpPr>
          <a:xfrm flipH="1">
            <a:off x="189381" y="297518"/>
            <a:ext cx="8584545" cy="6270317"/>
            <a:chOff x="362675" y="223138"/>
            <a:chExt cx="8584545" cy="4702738"/>
          </a:xfrm>
        </p:grpSpPr>
        <p:grpSp>
          <p:nvGrpSpPr>
            <p:cNvPr id="809" name="Google Shape;809;p15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810" name="Google Shape;81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1" name="Google Shape;81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3" name="Google Shape;813;p15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814" name="Google Shape;814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818" name="Google Shape;818;p1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819" name="Google Shape;819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1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822" name="Google Shape;822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1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825" name="Google Shape;825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" name="Google Shape;827;p15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828" name="Google Shape;828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15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839" name="Google Shape;839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15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850" name="Google Shape;85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1" name="Google Shape;85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2" name="Google Shape;85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853" name="Google Shape;853;p15"/>
          <p:cNvGrpSpPr/>
          <p:nvPr/>
        </p:nvGrpSpPr>
        <p:grpSpPr>
          <a:xfrm flipH="1">
            <a:off x="-1125950" y="-1489319"/>
            <a:ext cx="11388500" cy="9890420"/>
            <a:chOff x="-1125950" y="-1116990"/>
            <a:chExt cx="11388500" cy="7417815"/>
          </a:xfrm>
        </p:grpSpPr>
        <p:sp>
          <p:nvSpPr>
            <p:cNvPr id="854" name="Google Shape;854;p15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5" name="Google Shape;855;p15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6" name="Google Shape;856;p15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7" name="Google Shape;857;p15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8" name="Google Shape;858;p15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9" name="Google Shape;859;p15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60" name="Google Shape;860;p15"/>
          <p:cNvGrpSpPr/>
          <p:nvPr/>
        </p:nvGrpSpPr>
        <p:grpSpPr>
          <a:xfrm flipH="1">
            <a:off x="-705214" y="-1272039"/>
            <a:ext cx="10760625" cy="9774893"/>
            <a:chOff x="-918810" y="-954029"/>
            <a:chExt cx="10760625" cy="7331170"/>
          </a:xfrm>
        </p:grpSpPr>
        <p:grpSp>
          <p:nvGrpSpPr>
            <p:cNvPr id="861" name="Google Shape;861;p15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62" name="Google Shape;862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15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66" name="Google Shape;866;p1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2" name="Google Shape;872;p15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73" name="Google Shape;873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15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877" name="Google Shape;877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1756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83" name="Google Shape;883;p16"/>
          <p:cNvGrpSpPr/>
          <p:nvPr/>
        </p:nvGrpSpPr>
        <p:grpSpPr>
          <a:xfrm>
            <a:off x="-918810" y="-1272039"/>
            <a:ext cx="10760625" cy="9774893"/>
            <a:chOff x="-918810" y="-954029"/>
            <a:chExt cx="10760625" cy="7331170"/>
          </a:xfrm>
        </p:grpSpPr>
        <p:grpSp>
          <p:nvGrpSpPr>
            <p:cNvPr id="884" name="Google Shape;884;p16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85" name="Google Shape;885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8" name="Google Shape;888;p16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89" name="Google Shape;889;p1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16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96" name="Google Shape;896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16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900" name="Google Shape;900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3" name="Google Shape;903;p16"/>
          <p:cNvGrpSpPr/>
          <p:nvPr/>
        </p:nvGrpSpPr>
        <p:grpSpPr>
          <a:xfrm rot="10800000">
            <a:off x="-1203475" y="-1455052"/>
            <a:ext cx="11678150" cy="9744000"/>
            <a:chOff x="-1203475" y="-1159175"/>
            <a:chExt cx="11678150" cy="7308000"/>
          </a:xfrm>
        </p:grpSpPr>
        <p:sp>
          <p:nvSpPr>
            <p:cNvPr id="904" name="Google Shape;904;p16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 rot="5400000">
              <a:off x="806525" y="5387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 rot="5400000">
              <a:off x="7409450" y="-503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8" name="Google Shape;908;p16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9" name="Google Shape;909;p16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10" name="Google Shape;910;p16"/>
          <p:cNvGrpSpPr/>
          <p:nvPr/>
        </p:nvGrpSpPr>
        <p:grpSpPr>
          <a:xfrm>
            <a:off x="369576" y="361554"/>
            <a:ext cx="8594413" cy="6348164"/>
            <a:chOff x="369575" y="271165"/>
            <a:chExt cx="8594413" cy="4761123"/>
          </a:xfrm>
        </p:grpSpPr>
        <p:grpSp>
          <p:nvGrpSpPr>
            <p:cNvPr id="911" name="Google Shape;911;p16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912" name="Google Shape;912;p1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3" name="Google Shape;913;p1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4" name="Google Shape;914;p1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15" name="Google Shape;915;p16"/>
            <p:cNvGrpSpPr/>
            <p:nvPr/>
          </p:nvGrpSpPr>
          <p:grpSpPr>
            <a:xfrm rot="10800000" flipH="1">
              <a:off x="6713629" y="4913215"/>
              <a:ext cx="449076" cy="119073"/>
              <a:chOff x="6173265" y="2528990"/>
              <a:chExt cx="281323" cy="74593"/>
            </a:xfrm>
          </p:grpSpPr>
          <p:sp>
            <p:nvSpPr>
              <p:cNvPr id="916" name="Google Shape;916;p16"/>
              <p:cNvSpPr/>
              <p:nvPr/>
            </p:nvSpPr>
            <p:spPr>
              <a:xfrm>
                <a:off x="6411963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6"/>
              <p:cNvSpPr/>
              <p:nvPr/>
            </p:nvSpPr>
            <p:spPr>
              <a:xfrm>
                <a:off x="6350158" y="2528990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6"/>
              <p:cNvSpPr/>
              <p:nvPr/>
            </p:nvSpPr>
            <p:spPr>
              <a:xfrm>
                <a:off x="6292614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6"/>
              <p:cNvSpPr/>
              <p:nvPr/>
            </p:nvSpPr>
            <p:spPr>
              <a:xfrm>
                <a:off x="6235071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6"/>
              <p:cNvSpPr/>
              <p:nvPr/>
            </p:nvSpPr>
            <p:spPr>
              <a:xfrm>
                <a:off x="6173265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16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922" name="Google Shape;922;p1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23" name="Google Shape;923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1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26" name="Google Shape;926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8" name="Google Shape;928;p1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29" name="Google Shape;929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31" name="Google Shape;931;p16"/>
            <p:cNvGrpSpPr/>
            <p:nvPr/>
          </p:nvGrpSpPr>
          <p:grpSpPr>
            <a:xfrm rot="10800000" flipH="1">
              <a:off x="8833788" y="3194538"/>
              <a:ext cx="130200" cy="126125"/>
              <a:chOff x="4159975" y="1365875"/>
              <a:chExt cx="130200" cy="126125"/>
            </a:xfrm>
          </p:grpSpPr>
          <p:sp>
            <p:nvSpPr>
              <p:cNvPr id="932" name="Google Shape;932;p16"/>
              <p:cNvSpPr/>
              <p:nvPr/>
            </p:nvSpPr>
            <p:spPr>
              <a:xfrm>
                <a:off x="4159975" y="13658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3" name="Google Shape;933;p16"/>
              <p:cNvSpPr/>
              <p:nvPr/>
            </p:nvSpPr>
            <p:spPr>
              <a:xfrm>
                <a:off x="4225075" y="14000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4" name="Google Shape;934;p16"/>
              <p:cNvSpPr/>
              <p:nvPr/>
            </p:nvSpPr>
            <p:spPr>
              <a:xfrm>
                <a:off x="4159975" y="14356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35" name="Google Shape;935;p16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936" name="Google Shape;936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9873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8" name="Google Shape;948;p17"/>
          <p:cNvGrpSpPr/>
          <p:nvPr/>
        </p:nvGrpSpPr>
        <p:grpSpPr>
          <a:xfrm>
            <a:off x="-1107262" y="-1296233"/>
            <a:ext cx="11393100" cy="8878933"/>
            <a:chOff x="-1107262" y="-972175"/>
            <a:chExt cx="11393100" cy="6659200"/>
          </a:xfrm>
        </p:grpSpPr>
        <p:sp>
          <p:nvSpPr>
            <p:cNvPr id="949" name="Google Shape;949;p17"/>
            <p:cNvSpPr/>
            <p:nvPr/>
          </p:nvSpPr>
          <p:spPr>
            <a:xfrm flipH="1">
              <a:off x="8384713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0" name="Google Shape;950;p17"/>
            <p:cNvSpPr/>
            <p:nvPr/>
          </p:nvSpPr>
          <p:spPr>
            <a:xfrm flipH="1">
              <a:off x="8868638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1" name="Google Shape;951;p17"/>
            <p:cNvSpPr/>
            <p:nvPr/>
          </p:nvSpPr>
          <p:spPr>
            <a:xfrm rot="-5400000" flipH="1">
              <a:off x="7934088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2" name="Google Shape;952;p17"/>
            <p:cNvSpPr/>
            <p:nvPr/>
          </p:nvSpPr>
          <p:spPr>
            <a:xfrm rot="-5400000" flipH="1">
              <a:off x="342463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3" name="Google Shape;953;p17"/>
            <p:cNvSpPr/>
            <p:nvPr/>
          </p:nvSpPr>
          <p:spPr>
            <a:xfrm rot="10800000" flipH="1">
              <a:off x="-842012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4" name="Google Shape;954;p17"/>
            <p:cNvSpPr/>
            <p:nvPr/>
          </p:nvSpPr>
          <p:spPr>
            <a:xfrm rot="10800000" flipH="1">
              <a:off x="-1107262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55" name="Google Shape;955;p17"/>
          <p:cNvGrpSpPr/>
          <p:nvPr/>
        </p:nvGrpSpPr>
        <p:grpSpPr>
          <a:xfrm>
            <a:off x="473320" y="187984"/>
            <a:ext cx="8446180" cy="6365464"/>
            <a:chOff x="473320" y="140988"/>
            <a:chExt cx="8446180" cy="4774098"/>
          </a:xfrm>
        </p:grpSpPr>
        <p:grpSp>
          <p:nvGrpSpPr>
            <p:cNvPr id="956" name="Google Shape;956;p17"/>
            <p:cNvGrpSpPr/>
            <p:nvPr/>
          </p:nvGrpSpPr>
          <p:grpSpPr>
            <a:xfrm>
              <a:off x="8789300" y="3401050"/>
              <a:ext cx="130200" cy="126125"/>
              <a:chOff x="3935725" y="167575"/>
              <a:chExt cx="130200" cy="126125"/>
            </a:xfrm>
          </p:grpSpPr>
          <p:sp>
            <p:nvSpPr>
              <p:cNvPr id="957" name="Google Shape;957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60" name="Google Shape;960;p17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961" name="Google Shape;961;p1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62" name="Google Shape;962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4" name="Google Shape;964;p1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65" name="Google Shape;965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7" name="Google Shape;967;p1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68" name="Google Shape;968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0" name="Google Shape;970;p17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971" name="Google Shape;971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17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982" name="Google Shape;982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3" name="Google Shape;983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4" name="Google Shape;984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85" name="Google Shape;985;p17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986" name="Google Shape;986;p1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9" name="Google Shape;989;p17"/>
          <p:cNvGrpSpPr/>
          <p:nvPr/>
        </p:nvGrpSpPr>
        <p:grpSpPr>
          <a:xfrm>
            <a:off x="-1544370" y="-970404"/>
            <a:ext cx="10797489" cy="9024903"/>
            <a:chOff x="-1544370" y="-727803"/>
            <a:chExt cx="10797489" cy="6768677"/>
          </a:xfrm>
        </p:grpSpPr>
        <p:grpSp>
          <p:nvGrpSpPr>
            <p:cNvPr id="990" name="Google Shape;990;p17"/>
            <p:cNvGrpSpPr/>
            <p:nvPr/>
          </p:nvGrpSpPr>
          <p:grpSpPr>
            <a:xfrm>
              <a:off x="6818321" y="-727803"/>
              <a:ext cx="204128" cy="1115878"/>
              <a:chOff x="6605329" y="191675"/>
              <a:chExt cx="127876" cy="699040"/>
            </a:xfrm>
          </p:grpSpPr>
          <p:sp>
            <p:nvSpPr>
              <p:cNvPr id="991" name="Google Shape;991;p1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3" name="Google Shape;993;p17"/>
            <p:cNvGrpSpPr/>
            <p:nvPr/>
          </p:nvGrpSpPr>
          <p:grpSpPr>
            <a:xfrm rot="10800000" flipH="1">
              <a:off x="6665090" y="4963070"/>
              <a:ext cx="1493520" cy="615774"/>
              <a:chOff x="5301012" y="396272"/>
              <a:chExt cx="935614" cy="385751"/>
            </a:xfrm>
          </p:grpSpPr>
          <p:sp>
            <p:nvSpPr>
              <p:cNvPr id="994" name="Google Shape;994;p1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7" name="Google Shape;997;p17"/>
            <p:cNvGrpSpPr/>
            <p:nvPr/>
          </p:nvGrpSpPr>
          <p:grpSpPr>
            <a:xfrm>
              <a:off x="6967883" y="4702857"/>
              <a:ext cx="1064856" cy="813093"/>
              <a:chOff x="3843246" y="357910"/>
              <a:chExt cx="667078" cy="509361"/>
            </a:xfrm>
          </p:grpSpPr>
          <p:sp>
            <p:nvSpPr>
              <p:cNvPr id="998" name="Google Shape;998;p1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1" name="Google Shape;1001;p17"/>
            <p:cNvGrpSpPr/>
            <p:nvPr/>
          </p:nvGrpSpPr>
          <p:grpSpPr>
            <a:xfrm>
              <a:off x="7916093" y="-325628"/>
              <a:ext cx="1337026" cy="826702"/>
              <a:chOff x="3421261" y="191675"/>
              <a:chExt cx="837578" cy="517886"/>
            </a:xfrm>
          </p:grpSpPr>
          <p:sp>
            <p:nvSpPr>
              <p:cNvPr id="1002" name="Google Shape;1002;p1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7"/>
            <p:cNvGrpSpPr/>
            <p:nvPr/>
          </p:nvGrpSpPr>
          <p:grpSpPr>
            <a:xfrm>
              <a:off x="-1544370" y="1063795"/>
              <a:ext cx="2156910" cy="506908"/>
              <a:chOff x="4891825" y="3495059"/>
              <a:chExt cx="1351193" cy="317552"/>
            </a:xfrm>
          </p:grpSpPr>
          <p:sp>
            <p:nvSpPr>
              <p:cNvPr id="1005" name="Google Shape;1005;p1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1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1" name="Google Shape;1011;p17"/>
            <p:cNvGrpSpPr/>
            <p:nvPr/>
          </p:nvGrpSpPr>
          <p:grpSpPr>
            <a:xfrm flipH="1">
              <a:off x="841978" y="4702860"/>
              <a:ext cx="619332" cy="1338013"/>
              <a:chOff x="6850421" y="775628"/>
              <a:chExt cx="398541" cy="861012"/>
            </a:xfrm>
          </p:grpSpPr>
          <p:sp>
            <p:nvSpPr>
              <p:cNvPr id="1012" name="Google Shape;1012;p1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1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5" name="Google Shape;1015;p1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6" name="Google Shape;1016;p17"/>
          <p:cNvSpPr txBox="1">
            <a:spLocks noGrp="1"/>
          </p:cNvSpPr>
          <p:nvPr>
            <p:ph type="subTitle" idx="1"/>
          </p:nvPr>
        </p:nvSpPr>
        <p:spPr>
          <a:xfrm>
            <a:off x="4848375" y="2187433"/>
            <a:ext cx="35823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7" name="Google Shape;1017;p17"/>
          <p:cNvSpPr txBox="1">
            <a:spLocks noGrp="1"/>
          </p:cNvSpPr>
          <p:nvPr>
            <p:ph type="subTitle" idx="2"/>
          </p:nvPr>
        </p:nvSpPr>
        <p:spPr>
          <a:xfrm>
            <a:off x="713325" y="2187433"/>
            <a:ext cx="35823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9672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0" name="Google Shape;1020;p18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021" name="Google Shape;1021;p18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5" name="Google Shape;1025;p18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6" name="Google Shape;1026;p18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027" name="Google Shape;1027;p18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028" name="Google Shape;1028;p18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029" name="Google Shape;1029;p1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1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18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033" name="Google Shape;1033;p1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" name="Google Shape;1035;p18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036" name="Google Shape;1036;p1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1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1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2" name="Google Shape;1042;p18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043" name="Google Shape;1043;p1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5" name="Google Shape;1045;p18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046" name="Google Shape;1046;p18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047" name="Google Shape;1047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8" name="Google Shape;1048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9" name="Google Shape;1049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50" name="Google Shape;1050;p18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051" name="Google Shape;105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" name="Google Shape;1061;p18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062" name="Google Shape;1062;p18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063" name="Google Shape;1063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5" name="Google Shape;1065;p18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066" name="Google Shape;1066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8" name="Google Shape;1068;p18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069" name="Google Shape;1069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8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072" name="Google Shape;1072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4" name="Google Shape;1074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75" name="Google Shape;1075;p18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6" name="Google Shape;1086;p18"/>
          <p:cNvSpPr txBox="1">
            <a:spLocks noGrp="1"/>
          </p:cNvSpPr>
          <p:nvPr>
            <p:ph type="title"/>
          </p:nvPr>
        </p:nvSpPr>
        <p:spPr>
          <a:xfrm>
            <a:off x="720000" y="2378867"/>
            <a:ext cx="3852000" cy="8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7" name="Google Shape;1087;p18"/>
          <p:cNvSpPr txBox="1">
            <a:spLocks noGrp="1"/>
          </p:cNvSpPr>
          <p:nvPr>
            <p:ph type="subTitle" idx="1"/>
          </p:nvPr>
        </p:nvSpPr>
        <p:spPr>
          <a:xfrm>
            <a:off x="720000" y="3265933"/>
            <a:ext cx="3852000" cy="15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8335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19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1" name="Google Shape;1091;p19"/>
          <p:cNvSpPr txBox="1">
            <a:spLocks noGrp="1"/>
          </p:cNvSpPr>
          <p:nvPr>
            <p:ph type="body" idx="1"/>
          </p:nvPr>
        </p:nvSpPr>
        <p:spPr>
          <a:xfrm>
            <a:off x="720000" y="1620992"/>
            <a:ext cx="7704000" cy="4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92" name="Google Shape;1092;p19"/>
          <p:cNvGrpSpPr/>
          <p:nvPr/>
        </p:nvGrpSpPr>
        <p:grpSpPr>
          <a:xfrm rot="10800000">
            <a:off x="-65760" y="-80224"/>
            <a:ext cx="9879489" cy="7534459"/>
            <a:chOff x="-606129" y="-451253"/>
            <a:chExt cx="9879489" cy="5650844"/>
          </a:xfrm>
        </p:grpSpPr>
        <p:grpSp>
          <p:nvGrpSpPr>
            <p:cNvPr id="1093" name="Google Shape;1093;p19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094" name="Google Shape;1094;p19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9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6" name="Google Shape;1096;p1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097" name="Google Shape;1097;p1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098" name="Google Shape;1098;p1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1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01" name="Google Shape;1101;p1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102" name="Google Shape;1102;p1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1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4" name="Google Shape;1104;p1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105" name="Google Shape;1105;p1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1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1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1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1" name="Google Shape;1111;p1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112" name="Google Shape;1112;p1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1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5" name="Google Shape;1115;p19"/>
          <p:cNvGrpSpPr/>
          <p:nvPr/>
        </p:nvGrpSpPr>
        <p:grpSpPr>
          <a:xfrm flipH="1">
            <a:off x="-1267075" y="-1296218"/>
            <a:ext cx="11678150" cy="9538433"/>
            <a:chOff x="-1203475" y="-1124125"/>
            <a:chExt cx="11678150" cy="7153825"/>
          </a:xfrm>
        </p:grpSpPr>
        <p:sp>
          <p:nvSpPr>
            <p:cNvPr id="1116" name="Google Shape;1116;p1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8" name="Google Shape;1118;p1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9" name="Google Shape;1119;p1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1" name="Google Shape;1121;p19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22" name="Google Shape;1122;p19"/>
          <p:cNvGrpSpPr/>
          <p:nvPr/>
        </p:nvGrpSpPr>
        <p:grpSpPr>
          <a:xfrm rot="10800000">
            <a:off x="358176" y="290267"/>
            <a:ext cx="8320055" cy="6365464"/>
            <a:chOff x="473320" y="140988"/>
            <a:chExt cx="8320055" cy="4774098"/>
          </a:xfrm>
        </p:grpSpPr>
        <p:grpSp>
          <p:nvGrpSpPr>
            <p:cNvPr id="1123" name="Google Shape;1123;p1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124" name="Google Shape;1124;p1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5" name="Google Shape;1125;p1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27" name="Google Shape;1127;p1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128" name="Google Shape;1128;p1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129" name="Google Shape;1129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1" name="Google Shape;1131;p1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132" name="Google Shape;1132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4" name="Google Shape;1134;p1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135" name="Google Shape;1135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7" name="Google Shape;1137;p1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138" name="Google Shape;1138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1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149" name="Google Shape;1149;p1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0" name="Google Shape;1150;p1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1" name="Google Shape;1151;p1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52" name="Google Shape;1152;p1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153" name="Google Shape;1153;p1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1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1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4797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20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20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159" name="Google Shape;1159;p20"/>
            <p:cNvSpPr/>
            <p:nvPr/>
          </p:nvSpPr>
          <p:spPr>
            <a:xfrm rot="10800000" flipH="1">
              <a:off x="-512050" y="4114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 rot="10800000" flipH="1">
              <a:off x="-995975" y="16496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 rot="10800000" flipH="1">
              <a:off x="8886125" y="39273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 rot="10800000" flipH="1">
              <a:off x="8609550" y="3688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 rot="5400000" flipH="1">
              <a:off x="7085625" y="-452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 rot="5400000" flipH="1">
              <a:off x="1259775" y="5533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65" name="Google Shape;1165;p20"/>
          <p:cNvGrpSpPr/>
          <p:nvPr/>
        </p:nvGrpSpPr>
        <p:grpSpPr>
          <a:xfrm>
            <a:off x="-790820" y="365121"/>
            <a:ext cx="10389925" cy="6594136"/>
            <a:chOff x="-790820" y="273841"/>
            <a:chExt cx="10389925" cy="4945602"/>
          </a:xfrm>
        </p:grpSpPr>
        <p:grpSp>
          <p:nvGrpSpPr>
            <p:cNvPr id="1166" name="Google Shape;1166;p20"/>
            <p:cNvGrpSpPr/>
            <p:nvPr/>
          </p:nvGrpSpPr>
          <p:grpSpPr>
            <a:xfrm rot="5400000" flipH="1">
              <a:off x="8563445" y="399722"/>
              <a:ext cx="1064856" cy="813093"/>
              <a:chOff x="3843246" y="357910"/>
              <a:chExt cx="667078" cy="509361"/>
            </a:xfrm>
          </p:grpSpPr>
          <p:sp>
            <p:nvSpPr>
              <p:cNvPr id="1167" name="Google Shape;1167;p20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20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20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0" name="Google Shape;1170;p20"/>
            <p:cNvGrpSpPr/>
            <p:nvPr/>
          </p:nvGrpSpPr>
          <p:grpSpPr>
            <a:xfrm rot="5400000" flipH="1">
              <a:off x="8517242" y="833873"/>
              <a:ext cx="1337026" cy="826702"/>
              <a:chOff x="3421261" y="191675"/>
              <a:chExt cx="837578" cy="517886"/>
            </a:xfrm>
          </p:grpSpPr>
          <p:sp>
            <p:nvSpPr>
              <p:cNvPr id="1171" name="Google Shape;1171;p20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3" name="Google Shape;1173;p20"/>
            <p:cNvGrpSpPr/>
            <p:nvPr/>
          </p:nvGrpSpPr>
          <p:grpSpPr>
            <a:xfrm rot="10800000" flipH="1">
              <a:off x="-790820" y="4712534"/>
              <a:ext cx="2156910" cy="506908"/>
              <a:chOff x="4891825" y="3495059"/>
              <a:chExt cx="1351193" cy="317552"/>
            </a:xfrm>
          </p:grpSpPr>
          <p:sp>
            <p:nvSpPr>
              <p:cNvPr id="1174" name="Google Shape;1174;p20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0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0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0" name="Google Shape;1180;p20"/>
            <p:cNvGrpSpPr/>
            <p:nvPr/>
          </p:nvGrpSpPr>
          <p:grpSpPr>
            <a:xfrm rot="-5400000" flipH="1">
              <a:off x="-205329" y="513976"/>
              <a:ext cx="204128" cy="1115878"/>
              <a:chOff x="6605329" y="191675"/>
              <a:chExt cx="127876" cy="699040"/>
            </a:xfrm>
          </p:grpSpPr>
          <p:sp>
            <p:nvSpPr>
              <p:cNvPr id="1181" name="Google Shape;1181;p20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0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3" name="Google Shape;1183;p20"/>
          <p:cNvGrpSpPr/>
          <p:nvPr/>
        </p:nvGrpSpPr>
        <p:grpSpPr>
          <a:xfrm>
            <a:off x="369576" y="361553"/>
            <a:ext cx="8370163" cy="6301464"/>
            <a:chOff x="369575" y="271165"/>
            <a:chExt cx="8370163" cy="4726098"/>
          </a:xfrm>
        </p:grpSpPr>
        <p:grpSp>
          <p:nvGrpSpPr>
            <p:cNvPr id="1184" name="Google Shape;1184;p20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1185" name="Google Shape;1185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88" name="Google Shape;1188;p20"/>
            <p:cNvGrpSpPr/>
            <p:nvPr/>
          </p:nvGrpSpPr>
          <p:grpSpPr>
            <a:xfrm rot="10800000" flipH="1">
              <a:off x="8206229" y="4878190"/>
              <a:ext cx="449076" cy="119073"/>
              <a:chOff x="7108302" y="2550931"/>
              <a:chExt cx="281323" cy="74593"/>
            </a:xfrm>
          </p:grpSpPr>
          <p:sp>
            <p:nvSpPr>
              <p:cNvPr id="1189" name="Google Shape;118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9" name="Google Shape;1199;p20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1200" name="Google Shape;1200;p20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01" name="Google Shape;1201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3" name="Google Shape;1203;p20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04" name="Google Shape;1204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6" name="Google Shape;1206;p20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07" name="Google Shape;1207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09" name="Google Shape;1209;p20"/>
            <p:cNvGrpSpPr/>
            <p:nvPr/>
          </p:nvGrpSpPr>
          <p:grpSpPr>
            <a:xfrm rot="10800000" flipH="1">
              <a:off x="8609538" y="4392838"/>
              <a:ext cx="130200" cy="126125"/>
              <a:chOff x="3935725" y="167575"/>
              <a:chExt cx="130200" cy="126125"/>
            </a:xfrm>
          </p:grpSpPr>
          <p:sp>
            <p:nvSpPr>
              <p:cNvPr id="1210" name="Google Shape;1210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1" name="Google Shape;1211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2" name="Google Shape;1212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13" name="Google Shape;1213;p20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1214" name="Google Shape;121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4" name="Google Shape;1224;p20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25" name="Google Shape;1225;p20"/>
          <p:cNvSpPr txBox="1">
            <a:spLocks noGrp="1"/>
          </p:cNvSpPr>
          <p:nvPr>
            <p:ph type="subTitle" idx="1"/>
          </p:nvPr>
        </p:nvSpPr>
        <p:spPr>
          <a:xfrm>
            <a:off x="1947450" y="2508800"/>
            <a:ext cx="52491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6" name="Google Shape;1226;p20"/>
          <p:cNvSpPr txBox="1">
            <a:spLocks noGrp="1"/>
          </p:cNvSpPr>
          <p:nvPr>
            <p:ph type="subTitle" idx="2"/>
          </p:nvPr>
        </p:nvSpPr>
        <p:spPr>
          <a:xfrm>
            <a:off x="1947450" y="4746133"/>
            <a:ext cx="5249100" cy="8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7" name="Google Shape;1227;p20"/>
          <p:cNvSpPr txBox="1">
            <a:spLocks noGrp="1"/>
          </p:cNvSpPr>
          <p:nvPr>
            <p:ph type="subTitle" idx="3"/>
          </p:nvPr>
        </p:nvSpPr>
        <p:spPr>
          <a:xfrm>
            <a:off x="1947450" y="2011600"/>
            <a:ext cx="5249100" cy="4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8" name="Google Shape;1228;p20"/>
          <p:cNvSpPr txBox="1">
            <a:spLocks noGrp="1"/>
          </p:cNvSpPr>
          <p:nvPr>
            <p:ph type="subTitle" idx="4"/>
          </p:nvPr>
        </p:nvSpPr>
        <p:spPr>
          <a:xfrm>
            <a:off x="1947450" y="4252933"/>
            <a:ext cx="5249100" cy="4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4486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2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21"/>
          <p:cNvSpPr txBox="1">
            <a:spLocks noGrp="1"/>
          </p:cNvSpPr>
          <p:nvPr>
            <p:ph type="subTitle" idx="1"/>
          </p:nvPr>
        </p:nvSpPr>
        <p:spPr>
          <a:xfrm>
            <a:off x="937700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2" name="Google Shape;1232;p21"/>
          <p:cNvSpPr txBox="1">
            <a:spLocks noGrp="1"/>
          </p:cNvSpPr>
          <p:nvPr>
            <p:ph type="subTitle" idx="2"/>
          </p:nvPr>
        </p:nvSpPr>
        <p:spPr>
          <a:xfrm>
            <a:off x="3484422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3" name="Google Shape;1233;p21"/>
          <p:cNvSpPr txBox="1">
            <a:spLocks noGrp="1"/>
          </p:cNvSpPr>
          <p:nvPr>
            <p:ph type="subTitle" idx="3"/>
          </p:nvPr>
        </p:nvSpPr>
        <p:spPr>
          <a:xfrm>
            <a:off x="6031150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4" name="Google Shape;1234;p21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5" name="Google Shape;1235;p21"/>
          <p:cNvSpPr txBox="1">
            <a:spLocks noGrp="1"/>
          </p:cNvSpPr>
          <p:nvPr>
            <p:ph type="subTitle" idx="4"/>
          </p:nvPr>
        </p:nvSpPr>
        <p:spPr>
          <a:xfrm>
            <a:off x="937700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6" name="Google Shape;1236;p21"/>
          <p:cNvSpPr txBox="1">
            <a:spLocks noGrp="1"/>
          </p:cNvSpPr>
          <p:nvPr>
            <p:ph type="subTitle" idx="5"/>
          </p:nvPr>
        </p:nvSpPr>
        <p:spPr>
          <a:xfrm>
            <a:off x="3484422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7" name="Google Shape;1237;p21"/>
          <p:cNvSpPr txBox="1">
            <a:spLocks noGrp="1"/>
          </p:cNvSpPr>
          <p:nvPr>
            <p:ph type="subTitle" idx="6"/>
          </p:nvPr>
        </p:nvSpPr>
        <p:spPr>
          <a:xfrm>
            <a:off x="6031150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238" name="Google Shape;1238;p21"/>
          <p:cNvGrpSpPr/>
          <p:nvPr/>
        </p:nvGrpSpPr>
        <p:grpSpPr>
          <a:xfrm>
            <a:off x="-606129" y="-601671"/>
            <a:ext cx="9879489" cy="7534459"/>
            <a:chOff x="-606129" y="-451253"/>
            <a:chExt cx="9879489" cy="5650844"/>
          </a:xfrm>
        </p:grpSpPr>
        <p:grpSp>
          <p:nvGrpSpPr>
            <p:cNvPr id="1239" name="Google Shape;1239;p21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240" name="Google Shape;1240;p2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2" name="Google Shape;1242;p21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243" name="Google Shape;1243;p21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244" name="Google Shape;1244;p21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1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1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7" name="Google Shape;1247;p21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248" name="Google Shape;1248;p21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1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0" name="Google Shape;1250;p21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251" name="Google Shape;1251;p2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21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258" name="Google Shape;1258;p2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1" name="Google Shape;1261;p21"/>
          <p:cNvGrpSpPr/>
          <p:nvPr/>
        </p:nvGrpSpPr>
        <p:grpSpPr>
          <a:xfrm rot="10800000" flipH="1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1262" name="Google Shape;1262;p21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4" name="Google Shape;1264;p21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5" name="Google Shape;1265;p21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6" name="Google Shape;1266;p21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7" name="Google Shape;1267;p21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268" name="Google Shape;1268;p21"/>
          <p:cNvGrpSpPr/>
          <p:nvPr/>
        </p:nvGrpSpPr>
        <p:grpSpPr>
          <a:xfrm>
            <a:off x="473321" y="187984"/>
            <a:ext cx="8320055" cy="6365464"/>
            <a:chOff x="473320" y="140988"/>
            <a:chExt cx="8320055" cy="4774098"/>
          </a:xfrm>
        </p:grpSpPr>
        <p:grpSp>
          <p:nvGrpSpPr>
            <p:cNvPr id="1269" name="Google Shape;1269;p21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270" name="Google Shape;1270;p21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1" name="Google Shape;1271;p21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2" name="Google Shape;1272;p21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73" name="Google Shape;1273;p21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274" name="Google Shape;1274;p2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75" name="Google Shape;1275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77" name="Google Shape;1277;p2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78" name="Google Shape;1278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80" name="Google Shape;1280;p2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81" name="Google Shape;1281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83" name="Google Shape;1283;p21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284" name="Google Shape;1284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21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295" name="Google Shape;1295;p2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6" name="Google Shape;1296;p2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7" name="Google Shape;1297;p2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98" name="Google Shape;1298;p21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299" name="Google Shape;1299;p2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2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9330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2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22"/>
          <p:cNvSpPr txBox="1">
            <a:spLocks noGrp="1"/>
          </p:cNvSpPr>
          <p:nvPr>
            <p:ph type="subTitle" idx="1"/>
          </p:nvPr>
        </p:nvSpPr>
        <p:spPr>
          <a:xfrm>
            <a:off x="937700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5" name="Google Shape;1305;p22"/>
          <p:cNvSpPr txBox="1">
            <a:spLocks noGrp="1"/>
          </p:cNvSpPr>
          <p:nvPr>
            <p:ph type="subTitle" idx="2"/>
          </p:nvPr>
        </p:nvSpPr>
        <p:spPr>
          <a:xfrm>
            <a:off x="3484422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6" name="Google Shape;1306;p22"/>
          <p:cNvSpPr txBox="1">
            <a:spLocks noGrp="1"/>
          </p:cNvSpPr>
          <p:nvPr>
            <p:ph type="subTitle" idx="3"/>
          </p:nvPr>
        </p:nvSpPr>
        <p:spPr>
          <a:xfrm>
            <a:off x="6031150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7" name="Google Shape;1307;p2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8" name="Google Shape;1308;p22"/>
          <p:cNvSpPr txBox="1">
            <a:spLocks noGrp="1"/>
          </p:cNvSpPr>
          <p:nvPr>
            <p:ph type="subTitle" idx="4"/>
          </p:nvPr>
        </p:nvSpPr>
        <p:spPr>
          <a:xfrm>
            <a:off x="937700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9" name="Google Shape;1309;p22"/>
          <p:cNvSpPr txBox="1">
            <a:spLocks noGrp="1"/>
          </p:cNvSpPr>
          <p:nvPr>
            <p:ph type="subTitle" idx="5"/>
          </p:nvPr>
        </p:nvSpPr>
        <p:spPr>
          <a:xfrm>
            <a:off x="3484422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0" name="Google Shape;1310;p22"/>
          <p:cNvSpPr txBox="1">
            <a:spLocks noGrp="1"/>
          </p:cNvSpPr>
          <p:nvPr>
            <p:ph type="subTitle" idx="6"/>
          </p:nvPr>
        </p:nvSpPr>
        <p:spPr>
          <a:xfrm>
            <a:off x="6031150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11" name="Google Shape;1311;p22"/>
          <p:cNvGrpSpPr/>
          <p:nvPr/>
        </p:nvGrpSpPr>
        <p:grpSpPr>
          <a:xfrm rot="10800000" flipH="1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1312" name="Google Shape;1312;p22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4" name="Google Shape;1314;p22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5" name="Google Shape;1315;p22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6" name="Google Shape;1316;p22"/>
            <p:cNvSpPr/>
            <p:nvPr/>
          </p:nvSpPr>
          <p:spPr>
            <a:xfrm rot="10800000">
              <a:off x="8573550" y="36697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7" name="Google Shape;1317;p22"/>
            <p:cNvSpPr/>
            <p:nvPr/>
          </p:nvSpPr>
          <p:spPr>
            <a:xfrm rot="10800000">
              <a:off x="9057475" y="34225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318" name="Google Shape;1318;p22"/>
          <p:cNvGrpSpPr/>
          <p:nvPr/>
        </p:nvGrpSpPr>
        <p:grpSpPr>
          <a:xfrm rot="10800000" flipH="1">
            <a:off x="-527805" y="-1355167"/>
            <a:ext cx="10232769" cy="8993019"/>
            <a:chOff x="-527805" y="-670853"/>
            <a:chExt cx="10232769" cy="6744764"/>
          </a:xfrm>
        </p:grpSpPr>
        <p:grpSp>
          <p:nvGrpSpPr>
            <p:cNvPr id="1319" name="Google Shape;1319;p22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320" name="Google Shape;1320;p2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2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327" name="Google Shape;1327;p2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2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330" name="Google Shape;1330;p2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3" name="Google Shape;1333;p22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334" name="Google Shape;1334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22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338" name="Google Shape;1338;p22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0" name="Google Shape;1340;p22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341" name="Google Shape;1341;p2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22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345" name="Google Shape;1345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8" name="Google Shape;1348;p22"/>
          <p:cNvGrpSpPr/>
          <p:nvPr/>
        </p:nvGrpSpPr>
        <p:grpSpPr>
          <a:xfrm rot="10800000" flipH="1">
            <a:off x="160162" y="260682"/>
            <a:ext cx="8848706" cy="6091917"/>
            <a:chOff x="160162" y="293088"/>
            <a:chExt cx="8848706" cy="4568938"/>
          </a:xfrm>
        </p:grpSpPr>
        <p:grpSp>
          <p:nvGrpSpPr>
            <p:cNvPr id="1349" name="Google Shape;1349;p22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1350" name="Google Shape;135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1" name="Google Shape;135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3" name="Google Shape;1353;p22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1354" name="Google Shape;135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7" name="Google Shape;1357;p22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1358" name="Google Shape;1358;p22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359" name="Google Shape;1359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1" name="Google Shape;1361;p22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362" name="Google Shape;1362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4" name="Google Shape;1364;p22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365" name="Google Shape;1365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22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1368" name="Google Shape;1368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8" name="Google Shape;1378;p22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1379" name="Google Shape;1379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22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1390" name="Google Shape;139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1" name="Google Shape;139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2" name="Google Shape;139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93" name="Google Shape;1393;p22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1394" name="Google Shape;139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5" name="Google Shape;139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6" name="Google Shape;139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77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2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9" name="Google Shape;1399;p23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400" name="Google Shape;1400;p23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4" name="Google Shape;1404;p23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5" name="Google Shape;1405;p23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06" name="Google Shape;1406;p23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407" name="Google Shape;1407;p23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408" name="Google Shape;1408;p2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1" name="Google Shape;1411;p23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412" name="Google Shape;1412;p2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4" name="Google Shape;1414;p23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415" name="Google Shape;1415;p2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1" name="Google Shape;1421;p23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422" name="Google Shape;1422;p2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4" name="Google Shape;1424;p23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425" name="Google Shape;1425;p23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426" name="Google Shape;1426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7" name="Google Shape;1427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8" name="Google Shape;1428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29" name="Google Shape;1429;p23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430" name="Google Shape;143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0" name="Google Shape;1440;p23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441" name="Google Shape;1441;p2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42" name="Google Shape;1442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4" name="Google Shape;1444;p2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45" name="Google Shape;1445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6" name="Google Shape;1446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7" name="Google Shape;1447;p2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48" name="Google Shape;1448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9" name="Google Shape;1449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50" name="Google Shape;1450;p23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451" name="Google Shape;1451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2" name="Google Shape;1452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3" name="Google Shape;1453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54" name="Google Shape;1454;p23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455" name="Google Shape;145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5" name="Google Shape;1465;p2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66" name="Google Shape;1466;p23"/>
          <p:cNvSpPr txBox="1">
            <a:spLocks noGrp="1"/>
          </p:cNvSpPr>
          <p:nvPr>
            <p:ph type="subTitle" idx="1"/>
          </p:nvPr>
        </p:nvSpPr>
        <p:spPr>
          <a:xfrm>
            <a:off x="1835650" y="2779557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7" name="Google Shape;1467;p23"/>
          <p:cNvSpPr txBox="1">
            <a:spLocks noGrp="1"/>
          </p:cNvSpPr>
          <p:nvPr>
            <p:ph type="subTitle" idx="2"/>
          </p:nvPr>
        </p:nvSpPr>
        <p:spPr>
          <a:xfrm>
            <a:off x="5229888" y="2779557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8" name="Google Shape;1468;p23"/>
          <p:cNvSpPr txBox="1">
            <a:spLocks noGrp="1"/>
          </p:cNvSpPr>
          <p:nvPr>
            <p:ph type="subTitle" idx="3"/>
          </p:nvPr>
        </p:nvSpPr>
        <p:spPr>
          <a:xfrm>
            <a:off x="1835650" y="4690764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9" name="Google Shape;1469;p23"/>
          <p:cNvSpPr txBox="1">
            <a:spLocks noGrp="1"/>
          </p:cNvSpPr>
          <p:nvPr>
            <p:ph type="subTitle" idx="4"/>
          </p:nvPr>
        </p:nvSpPr>
        <p:spPr>
          <a:xfrm>
            <a:off x="5229888" y="4690764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0" name="Google Shape;1470;p23"/>
          <p:cNvSpPr txBox="1">
            <a:spLocks noGrp="1"/>
          </p:cNvSpPr>
          <p:nvPr>
            <p:ph type="subTitle" idx="5"/>
          </p:nvPr>
        </p:nvSpPr>
        <p:spPr>
          <a:xfrm>
            <a:off x="1835650" y="2371633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1" name="Google Shape;1471;p23"/>
          <p:cNvSpPr txBox="1">
            <a:spLocks noGrp="1"/>
          </p:cNvSpPr>
          <p:nvPr>
            <p:ph type="subTitle" idx="6"/>
          </p:nvPr>
        </p:nvSpPr>
        <p:spPr>
          <a:xfrm>
            <a:off x="5229885" y="2371633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2" name="Google Shape;1472;p23"/>
          <p:cNvSpPr txBox="1">
            <a:spLocks noGrp="1"/>
          </p:cNvSpPr>
          <p:nvPr>
            <p:ph type="subTitle" idx="7"/>
          </p:nvPr>
        </p:nvSpPr>
        <p:spPr>
          <a:xfrm>
            <a:off x="1835650" y="4282907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3" name="Google Shape;1473;p23"/>
          <p:cNvSpPr txBox="1">
            <a:spLocks noGrp="1"/>
          </p:cNvSpPr>
          <p:nvPr>
            <p:ph type="subTitle" idx="8"/>
          </p:nvPr>
        </p:nvSpPr>
        <p:spPr>
          <a:xfrm>
            <a:off x="5229885" y="4282907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2746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2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6" name="Google Shape;1476;p24"/>
          <p:cNvGrpSpPr/>
          <p:nvPr/>
        </p:nvGrpSpPr>
        <p:grpSpPr>
          <a:xfrm>
            <a:off x="-1136495" y="-1296233"/>
            <a:ext cx="11393100" cy="8878933"/>
            <a:chOff x="-1136495" y="-972175"/>
            <a:chExt cx="11393100" cy="6659200"/>
          </a:xfrm>
        </p:grpSpPr>
        <p:sp>
          <p:nvSpPr>
            <p:cNvPr id="1477" name="Google Shape;1477;p24"/>
            <p:cNvSpPr/>
            <p:nvPr/>
          </p:nvSpPr>
          <p:spPr>
            <a:xfrm>
              <a:off x="-652570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-1136495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9" name="Google Shape;1479;p24"/>
            <p:cNvSpPr/>
            <p:nvPr/>
          </p:nvSpPr>
          <p:spPr>
            <a:xfrm rot="5400000">
              <a:off x="-20194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0" name="Google Shape;1480;p24"/>
            <p:cNvSpPr/>
            <p:nvPr/>
          </p:nvSpPr>
          <p:spPr>
            <a:xfrm rot="5400000">
              <a:off x="7389680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1" name="Google Shape;1481;p24"/>
            <p:cNvSpPr/>
            <p:nvPr/>
          </p:nvSpPr>
          <p:spPr>
            <a:xfrm rot="10800000">
              <a:off x="8574155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2" name="Google Shape;1482;p24"/>
            <p:cNvSpPr/>
            <p:nvPr/>
          </p:nvSpPr>
          <p:spPr>
            <a:xfrm rot="10800000">
              <a:off x="8839405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83" name="Google Shape;1483;p24"/>
          <p:cNvGrpSpPr/>
          <p:nvPr/>
        </p:nvGrpSpPr>
        <p:grpSpPr>
          <a:xfrm>
            <a:off x="229843" y="187984"/>
            <a:ext cx="8446180" cy="6365464"/>
            <a:chOff x="229843" y="140988"/>
            <a:chExt cx="8446180" cy="4774098"/>
          </a:xfrm>
        </p:grpSpPr>
        <p:grpSp>
          <p:nvGrpSpPr>
            <p:cNvPr id="1484" name="Google Shape;1484;p24"/>
            <p:cNvGrpSpPr/>
            <p:nvPr/>
          </p:nvGrpSpPr>
          <p:grpSpPr>
            <a:xfrm flipH="1">
              <a:off x="229843" y="3401050"/>
              <a:ext cx="130200" cy="126125"/>
              <a:chOff x="3935725" y="167575"/>
              <a:chExt cx="130200" cy="126125"/>
            </a:xfrm>
          </p:grpSpPr>
          <p:sp>
            <p:nvSpPr>
              <p:cNvPr id="1485" name="Google Shape;1485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88" name="Google Shape;1488;p24"/>
            <p:cNvGrpSpPr/>
            <p:nvPr/>
          </p:nvGrpSpPr>
          <p:grpSpPr>
            <a:xfrm flipH="1">
              <a:off x="8574148" y="663929"/>
              <a:ext cx="101875" cy="134875"/>
              <a:chOff x="3928495" y="333391"/>
              <a:chExt cx="101875" cy="134875"/>
            </a:xfrm>
          </p:grpSpPr>
          <p:grpSp>
            <p:nvGrpSpPr>
              <p:cNvPr id="1489" name="Google Shape;1489;p2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90" name="Google Shape;1490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2" name="Google Shape;1492;p2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93" name="Google Shape;1493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4" name="Google Shape;1494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5" name="Google Shape;1495;p2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96" name="Google Shape;1496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8" name="Google Shape;1498;p24"/>
            <p:cNvGrpSpPr/>
            <p:nvPr/>
          </p:nvGrpSpPr>
          <p:grpSpPr>
            <a:xfrm flipH="1">
              <a:off x="7104967" y="4796012"/>
              <a:ext cx="445675" cy="119073"/>
              <a:chOff x="3578973" y="2550931"/>
              <a:chExt cx="279193" cy="74593"/>
            </a:xfrm>
          </p:grpSpPr>
          <p:sp>
            <p:nvSpPr>
              <p:cNvPr id="1499" name="Google Shape;1499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9" name="Google Shape;1509;p24"/>
            <p:cNvGrpSpPr/>
            <p:nvPr/>
          </p:nvGrpSpPr>
          <p:grpSpPr>
            <a:xfrm flipH="1">
              <a:off x="1456493" y="140988"/>
              <a:ext cx="130200" cy="126125"/>
              <a:chOff x="3935725" y="167575"/>
              <a:chExt cx="130200" cy="126125"/>
            </a:xfrm>
          </p:grpSpPr>
          <p:sp>
            <p:nvSpPr>
              <p:cNvPr id="1510" name="Google Shape;1510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13" name="Google Shape;1513;p24"/>
            <p:cNvGrpSpPr/>
            <p:nvPr/>
          </p:nvGrpSpPr>
          <p:grpSpPr>
            <a:xfrm>
              <a:off x="7142571" y="234934"/>
              <a:ext cx="445675" cy="80822"/>
              <a:chOff x="6468929" y="3844579"/>
              <a:chExt cx="411329" cy="74593"/>
            </a:xfrm>
          </p:grpSpPr>
          <p:sp>
            <p:nvSpPr>
              <p:cNvPr id="1514" name="Google Shape;1514;p24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4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7" name="Google Shape;1517;p24"/>
          <p:cNvGrpSpPr/>
          <p:nvPr/>
        </p:nvGrpSpPr>
        <p:grpSpPr>
          <a:xfrm>
            <a:off x="-103776" y="-970404"/>
            <a:ext cx="10797489" cy="9024903"/>
            <a:chOff x="-103776" y="-727803"/>
            <a:chExt cx="10797489" cy="6768677"/>
          </a:xfrm>
        </p:grpSpPr>
        <p:grpSp>
          <p:nvGrpSpPr>
            <p:cNvPr id="1518" name="Google Shape;1518;p24"/>
            <p:cNvGrpSpPr/>
            <p:nvPr/>
          </p:nvGrpSpPr>
          <p:grpSpPr>
            <a:xfrm flipH="1">
              <a:off x="2126894" y="-727803"/>
              <a:ext cx="204128" cy="1115878"/>
              <a:chOff x="6605329" y="191675"/>
              <a:chExt cx="127876" cy="699040"/>
            </a:xfrm>
          </p:grpSpPr>
          <p:sp>
            <p:nvSpPr>
              <p:cNvPr id="1519" name="Google Shape;1519;p2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1" name="Google Shape;1521;p24"/>
            <p:cNvGrpSpPr/>
            <p:nvPr/>
          </p:nvGrpSpPr>
          <p:grpSpPr>
            <a:xfrm rot="10800000">
              <a:off x="990733" y="4963070"/>
              <a:ext cx="1493520" cy="615774"/>
              <a:chOff x="5301012" y="396272"/>
              <a:chExt cx="935614" cy="385751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5" name="Google Shape;1525;p24"/>
            <p:cNvGrpSpPr/>
            <p:nvPr/>
          </p:nvGrpSpPr>
          <p:grpSpPr>
            <a:xfrm flipH="1">
              <a:off x="1116604" y="4702857"/>
              <a:ext cx="1064856" cy="813093"/>
              <a:chOff x="3843246" y="357910"/>
              <a:chExt cx="667078" cy="509361"/>
            </a:xfrm>
          </p:grpSpPr>
          <p:sp>
            <p:nvSpPr>
              <p:cNvPr id="1526" name="Google Shape;1526;p2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9" name="Google Shape;1529;p24"/>
            <p:cNvGrpSpPr/>
            <p:nvPr/>
          </p:nvGrpSpPr>
          <p:grpSpPr>
            <a:xfrm flipH="1">
              <a:off x="-103776" y="-325628"/>
              <a:ext cx="1337026" cy="826702"/>
              <a:chOff x="3421261" y="191675"/>
              <a:chExt cx="837578" cy="517886"/>
            </a:xfrm>
          </p:grpSpPr>
          <p:sp>
            <p:nvSpPr>
              <p:cNvPr id="1530" name="Google Shape;1530;p2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2" name="Google Shape;1532;p24"/>
            <p:cNvGrpSpPr/>
            <p:nvPr/>
          </p:nvGrpSpPr>
          <p:grpSpPr>
            <a:xfrm flipH="1">
              <a:off x="8536803" y="1063795"/>
              <a:ext cx="2156910" cy="506908"/>
              <a:chOff x="4891825" y="3495059"/>
              <a:chExt cx="1351193" cy="317552"/>
            </a:xfrm>
          </p:grpSpPr>
          <p:sp>
            <p:nvSpPr>
              <p:cNvPr id="1533" name="Google Shape;1533;p2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4"/>
            <p:cNvGrpSpPr/>
            <p:nvPr/>
          </p:nvGrpSpPr>
          <p:grpSpPr>
            <a:xfrm>
              <a:off x="7688033" y="4702860"/>
              <a:ext cx="619332" cy="1338013"/>
              <a:chOff x="6850421" y="775628"/>
              <a:chExt cx="398541" cy="861012"/>
            </a:xfrm>
          </p:grpSpPr>
          <p:sp>
            <p:nvSpPr>
              <p:cNvPr id="1540" name="Google Shape;1540;p24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3" name="Google Shape;1543;p2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4" name="Google Shape;1544;p24"/>
          <p:cNvSpPr txBox="1">
            <a:spLocks noGrp="1"/>
          </p:cNvSpPr>
          <p:nvPr>
            <p:ph type="subTitle" idx="1"/>
          </p:nvPr>
        </p:nvSpPr>
        <p:spPr>
          <a:xfrm>
            <a:off x="826475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5" name="Google Shape;1545;p24"/>
          <p:cNvSpPr txBox="1">
            <a:spLocks noGrp="1"/>
          </p:cNvSpPr>
          <p:nvPr>
            <p:ph type="subTitle" idx="2"/>
          </p:nvPr>
        </p:nvSpPr>
        <p:spPr>
          <a:xfrm>
            <a:off x="3537973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6" name="Google Shape;1546;p24"/>
          <p:cNvSpPr txBox="1">
            <a:spLocks noGrp="1"/>
          </p:cNvSpPr>
          <p:nvPr>
            <p:ph type="subTitle" idx="3"/>
          </p:nvPr>
        </p:nvSpPr>
        <p:spPr>
          <a:xfrm>
            <a:off x="826475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7" name="Google Shape;1547;p24"/>
          <p:cNvSpPr txBox="1">
            <a:spLocks noGrp="1"/>
          </p:cNvSpPr>
          <p:nvPr>
            <p:ph type="subTitle" idx="4"/>
          </p:nvPr>
        </p:nvSpPr>
        <p:spPr>
          <a:xfrm>
            <a:off x="3537973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8" name="Google Shape;1548;p24"/>
          <p:cNvSpPr txBox="1">
            <a:spLocks noGrp="1"/>
          </p:cNvSpPr>
          <p:nvPr>
            <p:ph type="subTitle" idx="5"/>
          </p:nvPr>
        </p:nvSpPr>
        <p:spPr>
          <a:xfrm>
            <a:off x="6249477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9" name="Google Shape;1549;p24"/>
          <p:cNvSpPr txBox="1">
            <a:spLocks noGrp="1"/>
          </p:cNvSpPr>
          <p:nvPr>
            <p:ph type="subTitle" idx="6"/>
          </p:nvPr>
        </p:nvSpPr>
        <p:spPr>
          <a:xfrm>
            <a:off x="6249477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0" name="Google Shape;1550;p24"/>
          <p:cNvSpPr txBox="1">
            <a:spLocks noGrp="1"/>
          </p:cNvSpPr>
          <p:nvPr>
            <p:ph type="subTitle" idx="7"/>
          </p:nvPr>
        </p:nvSpPr>
        <p:spPr>
          <a:xfrm>
            <a:off x="826475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1" name="Google Shape;1551;p24"/>
          <p:cNvSpPr txBox="1">
            <a:spLocks noGrp="1"/>
          </p:cNvSpPr>
          <p:nvPr>
            <p:ph type="subTitle" idx="8"/>
          </p:nvPr>
        </p:nvSpPr>
        <p:spPr>
          <a:xfrm>
            <a:off x="3537973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2" name="Google Shape;1552;p24"/>
          <p:cNvSpPr txBox="1">
            <a:spLocks noGrp="1"/>
          </p:cNvSpPr>
          <p:nvPr>
            <p:ph type="subTitle" idx="9"/>
          </p:nvPr>
        </p:nvSpPr>
        <p:spPr>
          <a:xfrm>
            <a:off x="826475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3" name="Google Shape;1553;p24"/>
          <p:cNvSpPr txBox="1">
            <a:spLocks noGrp="1"/>
          </p:cNvSpPr>
          <p:nvPr>
            <p:ph type="subTitle" idx="13"/>
          </p:nvPr>
        </p:nvSpPr>
        <p:spPr>
          <a:xfrm>
            <a:off x="3537973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4" name="Google Shape;1554;p24"/>
          <p:cNvSpPr txBox="1">
            <a:spLocks noGrp="1"/>
          </p:cNvSpPr>
          <p:nvPr>
            <p:ph type="subTitle" idx="14"/>
          </p:nvPr>
        </p:nvSpPr>
        <p:spPr>
          <a:xfrm>
            <a:off x="6249477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5" name="Google Shape;1555;p24"/>
          <p:cNvSpPr txBox="1">
            <a:spLocks noGrp="1"/>
          </p:cNvSpPr>
          <p:nvPr>
            <p:ph type="subTitle" idx="15"/>
          </p:nvPr>
        </p:nvSpPr>
        <p:spPr>
          <a:xfrm>
            <a:off x="6249477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4960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729060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9" name="Google Shape;1559;p25"/>
          <p:cNvSpPr txBox="1">
            <a:spLocks noGrp="1"/>
          </p:cNvSpPr>
          <p:nvPr>
            <p:ph type="subTitle" idx="1"/>
          </p:nvPr>
        </p:nvSpPr>
        <p:spPr>
          <a:xfrm>
            <a:off x="2223600" y="1755364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0" name="Google Shape;1560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677052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1" name="Google Shape;1561;p25"/>
          <p:cNvSpPr txBox="1">
            <a:spLocks noGrp="1"/>
          </p:cNvSpPr>
          <p:nvPr>
            <p:ph type="subTitle" idx="3"/>
          </p:nvPr>
        </p:nvSpPr>
        <p:spPr>
          <a:xfrm>
            <a:off x="2223600" y="3704012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2" name="Google Shape;1562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4625044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3" name="Google Shape;1563;p25"/>
          <p:cNvSpPr txBox="1">
            <a:spLocks noGrp="1"/>
          </p:cNvSpPr>
          <p:nvPr>
            <p:ph type="subTitle" idx="5"/>
          </p:nvPr>
        </p:nvSpPr>
        <p:spPr>
          <a:xfrm>
            <a:off x="2223600" y="5653973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564" name="Google Shape;1564;p25"/>
          <p:cNvGrpSpPr/>
          <p:nvPr/>
        </p:nvGrpSpPr>
        <p:grpSpPr>
          <a:xfrm rot="10800000" flipH="1">
            <a:off x="-557079" y="-96023"/>
            <a:ext cx="9879489" cy="7643692"/>
            <a:chOff x="-606129" y="-451253"/>
            <a:chExt cx="9879489" cy="5732769"/>
          </a:xfrm>
        </p:grpSpPr>
        <p:grpSp>
          <p:nvGrpSpPr>
            <p:cNvPr id="1565" name="Google Shape;1565;p25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566" name="Google Shape;1566;p2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p25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569" name="Google Shape;1569;p25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570" name="Google Shape;1570;p25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25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25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73" name="Google Shape;1573;p25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574" name="Google Shape;1574;p25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25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6" name="Google Shape;1576;p25"/>
            <p:cNvGrpSpPr/>
            <p:nvPr/>
          </p:nvGrpSpPr>
          <p:grpSpPr>
            <a:xfrm>
              <a:off x="3493530" y="4774608"/>
              <a:ext cx="2156910" cy="506908"/>
              <a:chOff x="4891825" y="3546381"/>
              <a:chExt cx="1351193" cy="317552"/>
            </a:xfrm>
          </p:grpSpPr>
          <p:sp>
            <p:nvSpPr>
              <p:cNvPr id="1577" name="Google Shape;1577;p25"/>
              <p:cNvSpPr/>
              <p:nvPr/>
            </p:nvSpPr>
            <p:spPr>
              <a:xfrm>
                <a:off x="6208918" y="37573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5"/>
              <p:cNvSpPr/>
              <p:nvPr/>
            </p:nvSpPr>
            <p:spPr>
              <a:xfrm>
                <a:off x="4891825" y="3635897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5"/>
              <p:cNvSpPr/>
              <p:nvPr/>
            </p:nvSpPr>
            <p:spPr>
              <a:xfrm>
                <a:off x="4917389" y="3646549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5"/>
              <p:cNvSpPr/>
              <p:nvPr/>
            </p:nvSpPr>
            <p:spPr>
              <a:xfrm>
                <a:off x="5933990" y="3768028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5"/>
              <p:cNvSpPr/>
              <p:nvPr/>
            </p:nvSpPr>
            <p:spPr>
              <a:xfrm>
                <a:off x="5286094" y="3546381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5"/>
              <p:cNvSpPr/>
              <p:nvPr/>
            </p:nvSpPr>
            <p:spPr>
              <a:xfrm>
                <a:off x="5311668" y="3559168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3" name="Google Shape;1583;p25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584" name="Google Shape;1584;p2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7" name="Google Shape;1587;p25"/>
          <p:cNvGrpSpPr/>
          <p:nvPr/>
        </p:nvGrpSpPr>
        <p:grpSpPr>
          <a:xfrm>
            <a:off x="-1154425" y="-1296218"/>
            <a:ext cx="11453925" cy="9538433"/>
            <a:chOff x="-1203475" y="-1124125"/>
            <a:chExt cx="11453925" cy="7153825"/>
          </a:xfrm>
        </p:grpSpPr>
        <p:sp>
          <p:nvSpPr>
            <p:cNvPr id="1588" name="Google Shape;1588;p25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 rot="10800000">
              <a:off x="8833250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94" name="Google Shape;1594;p25"/>
          <p:cNvGrpSpPr/>
          <p:nvPr/>
        </p:nvGrpSpPr>
        <p:grpSpPr>
          <a:xfrm rot="10800000" flipH="1">
            <a:off x="522371" y="392549"/>
            <a:ext cx="8320055" cy="6365464"/>
            <a:chOff x="473320" y="140988"/>
            <a:chExt cx="8320055" cy="4774098"/>
          </a:xfrm>
        </p:grpSpPr>
        <p:grpSp>
          <p:nvGrpSpPr>
            <p:cNvPr id="1595" name="Google Shape;1595;p25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596" name="Google Shape;1596;p25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99" name="Google Shape;1599;p25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600" name="Google Shape;1600;p2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01" name="Google Shape;1601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3" name="Google Shape;1603;p2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04" name="Google Shape;1604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6" name="Google Shape;1606;p2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07" name="Google Shape;1607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9" name="Google Shape;1609;p25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0" name="Google Shape;1620;p25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621" name="Google Shape;1621;p2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2" name="Google Shape;1622;p2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3" name="Google Shape;1623;p2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24" name="Google Shape;1624;p25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625" name="Google Shape;1625;p25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5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5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8970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9" name="Google Shape;1629;p2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0" name="Google Shape;1630;p26"/>
          <p:cNvGrpSpPr/>
          <p:nvPr/>
        </p:nvGrpSpPr>
        <p:grpSpPr>
          <a:xfrm>
            <a:off x="-1078950" y="-1355167"/>
            <a:ext cx="11081975" cy="8937867"/>
            <a:chOff x="-1078950" y="-1016375"/>
            <a:chExt cx="11081975" cy="6703400"/>
          </a:xfrm>
        </p:grpSpPr>
        <p:sp>
          <p:nvSpPr>
            <p:cNvPr id="1631" name="Google Shape;1631;p26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2" name="Google Shape;1632;p26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3" name="Google Shape;1633;p26"/>
            <p:cNvSpPr/>
            <p:nvPr/>
          </p:nvSpPr>
          <p:spPr>
            <a:xfrm rot="-5400000" flipH="1">
              <a:off x="782412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4" name="Google Shape;1634;p26"/>
            <p:cNvSpPr/>
            <p:nvPr/>
          </p:nvSpPr>
          <p:spPr>
            <a:xfrm rot="-5400000" flipH="1">
              <a:off x="2320325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5" name="Google Shape;1635;p26"/>
            <p:cNvSpPr/>
            <p:nvPr/>
          </p:nvSpPr>
          <p:spPr>
            <a:xfrm rot="10800000" flipH="1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6" name="Google Shape;1636;p26"/>
            <p:cNvSpPr/>
            <p:nvPr/>
          </p:nvSpPr>
          <p:spPr>
            <a:xfrm rot="10800000" flipH="1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637" name="Google Shape;1637;p26"/>
          <p:cNvGrpSpPr/>
          <p:nvPr/>
        </p:nvGrpSpPr>
        <p:grpSpPr>
          <a:xfrm>
            <a:off x="123985" y="-768504"/>
            <a:ext cx="9153370" cy="8424552"/>
            <a:chOff x="123985" y="-576378"/>
            <a:chExt cx="9153370" cy="6318414"/>
          </a:xfrm>
        </p:grpSpPr>
        <p:grpSp>
          <p:nvGrpSpPr>
            <p:cNvPr id="1638" name="Google Shape;1638;p26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1639" name="Google Shape;1639;p2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5" name="Google Shape;1645;p26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1646" name="Google Shape;1646;p2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8" name="Google Shape;1648;p26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1649" name="Google Shape;1649;p2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2" name="Google Shape;1652;p26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1653" name="Google Shape;1653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6" name="Google Shape;1656;p26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1657" name="Google Shape;1657;p2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9" name="Google Shape;1659;p26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1660" name="Google Shape;1660;p2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3" name="Google Shape;1663;p26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1664" name="Google Shape;1664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7" name="Google Shape;1667;p26"/>
          <p:cNvGrpSpPr/>
          <p:nvPr/>
        </p:nvGrpSpPr>
        <p:grpSpPr>
          <a:xfrm>
            <a:off x="184256" y="390784"/>
            <a:ext cx="8814145" cy="6091917"/>
            <a:chOff x="184255" y="293088"/>
            <a:chExt cx="8814145" cy="4568938"/>
          </a:xfrm>
        </p:grpSpPr>
        <p:grpSp>
          <p:nvGrpSpPr>
            <p:cNvPr id="1668" name="Google Shape;1668;p26"/>
            <p:cNvGrpSpPr/>
            <p:nvPr/>
          </p:nvGrpSpPr>
          <p:grpSpPr>
            <a:xfrm flipH="1">
              <a:off x="7016513" y="4735900"/>
              <a:ext cx="130200" cy="126125"/>
              <a:chOff x="3935725" y="167575"/>
              <a:chExt cx="130200" cy="126125"/>
            </a:xfrm>
          </p:grpSpPr>
          <p:sp>
            <p:nvSpPr>
              <p:cNvPr id="1669" name="Google Shape;1669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0" name="Google Shape;1670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1" name="Google Shape;1671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72" name="Google Shape;1672;p26"/>
            <p:cNvGrpSpPr/>
            <p:nvPr/>
          </p:nvGrpSpPr>
          <p:grpSpPr>
            <a:xfrm flipH="1">
              <a:off x="184255" y="4235716"/>
              <a:ext cx="101875" cy="134875"/>
              <a:chOff x="3928495" y="333391"/>
              <a:chExt cx="101875" cy="134875"/>
            </a:xfrm>
          </p:grpSpPr>
          <p:grpSp>
            <p:nvGrpSpPr>
              <p:cNvPr id="1673" name="Google Shape;1673;p2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74" name="Google Shape;1674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5" name="Google Shape;1675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6" name="Google Shape;1676;p2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77" name="Google Shape;1677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9" name="Google Shape;1679;p2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80" name="Google Shape;1680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1" name="Google Shape;1681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82" name="Google Shape;1682;p26"/>
            <p:cNvGrpSpPr/>
            <p:nvPr/>
          </p:nvGrpSpPr>
          <p:grpSpPr>
            <a:xfrm flipH="1">
              <a:off x="8552725" y="1443037"/>
              <a:ext cx="445675" cy="119073"/>
              <a:chOff x="3578973" y="2550931"/>
              <a:chExt cx="279193" cy="74593"/>
            </a:xfrm>
          </p:grpSpPr>
          <p:sp>
            <p:nvSpPr>
              <p:cNvPr id="1683" name="Google Shape;1683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3" name="Google Shape;1693;p26"/>
            <p:cNvGrpSpPr/>
            <p:nvPr/>
          </p:nvGrpSpPr>
          <p:grpSpPr>
            <a:xfrm flipH="1">
              <a:off x="2150700" y="293088"/>
              <a:ext cx="130200" cy="126125"/>
              <a:chOff x="3935725" y="167575"/>
              <a:chExt cx="130200" cy="126125"/>
            </a:xfrm>
          </p:grpSpPr>
          <p:sp>
            <p:nvSpPr>
              <p:cNvPr id="1694" name="Google Shape;1694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5" name="Google Shape;1695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6" name="Google Shape;1696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sp>
        <p:nvSpPr>
          <p:cNvPr id="1697" name="Google Shape;1697;p26"/>
          <p:cNvSpPr txBox="1">
            <a:spLocks noGrp="1"/>
          </p:cNvSpPr>
          <p:nvPr>
            <p:ph type="title"/>
          </p:nvPr>
        </p:nvSpPr>
        <p:spPr>
          <a:xfrm>
            <a:off x="2642708" y="1033503"/>
            <a:ext cx="38586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98" name="Google Shape;1698;p26"/>
          <p:cNvSpPr txBox="1">
            <a:spLocks noGrp="1"/>
          </p:cNvSpPr>
          <p:nvPr>
            <p:ph type="subTitle" idx="1"/>
          </p:nvPr>
        </p:nvSpPr>
        <p:spPr>
          <a:xfrm>
            <a:off x="2642675" y="2343063"/>
            <a:ext cx="3858600" cy="1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9" name="Google Shape;1699;p26"/>
          <p:cNvSpPr txBox="1"/>
          <p:nvPr/>
        </p:nvSpPr>
        <p:spPr>
          <a:xfrm>
            <a:off x="2642668" y="4622133"/>
            <a:ext cx="3858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CRÉDITS : Ce modèle de présentation a été créé par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comprenant des icônes de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des infographies et des images de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sz="1200" b="1" u="sng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  <p:extLst>
      <p:ext uri="{BB962C8B-B14F-4D97-AF65-F5344CB8AC3E}">
        <p14:creationId xmlns:p14="http://schemas.microsoft.com/office/powerpoint/2010/main" val="2851414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1" name="Google Shape;1701;p2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2" name="Google Shape;1702;p27"/>
          <p:cNvGrpSpPr/>
          <p:nvPr/>
        </p:nvGrpSpPr>
        <p:grpSpPr>
          <a:xfrm rot="10800000" flipH="1">
            <a:off x="744822" y="-645833"/>
            <a:ext cx="8262669" cy="8424552"/>
            <a:chOff x="744821" y="-576378"/>
            <a:chExt cx="8262669" cy="6318414"/>
          </a:xfrm>
        </p:grpSpPr>
        <p:grpSp>
          <p:nvGrpSpPr>
            <p:cNvPr id="1703" name="Google Shape;1703;p27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1704" name="Google Shape;1704;p2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0" name="Google Shape;1710;p27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1711" name="Google Shape;1711;p2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27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1714" name="Google Shape;1714;p2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7" name="Google Shape;1717;p27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1718" name="Google Shape;1718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8" name="Google Shape;1728;p27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729" name="Google Shape;1729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2" name="Google Shape;1732;p27"/>
          <p:cNvGrpSpPr/>
          <p:nvPr/>
        </p:nvGrpSpPr>
        <p:grpSpPr>
          <a:xfrm>
            <a:off x="-1154425" y="-1427018"/>
            <a:ext cx="11376875" cy="9669233"/>
            <a:chOff x="-1203475" y="-1222225"/>
            <a:chExt cx="11376875" cy="7251925"/>
          </a:xfrm>
        </p:grpSpPr>
        <p:sp>
          <p:nvSpPr>
            <p:cNvPr id="1733" name="Google Shape;1733;p27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 rot="5400000">
              <a:off x="5599650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 rot="5400000">
              <a:off x="3064800" y="-566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 rot="10800000">
              <a:off x="8496500" y="30951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 rot="10800000">
              <a:off x="8756200" y="28479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39" name="Google Shape;1739;p27"/>
          <p:cNvGrpSpPr/>
          <p:nvPr/>
        </p:nvGrpSpPr>
        <p:grpSpPr>
          <a:xfrm>
            <a:off x="380020" y="204817"/>
            <a:ext cx="8496430" cy="6365464"/>
            <a:chOff x="380020" y="153613"/>
            <a:chExt cx="8496430" cy="4774098"/>
          </a:xfrm>
        </p:grpSpPr>
        <p:grpSp>
          <p:nvGrpSpPr>
            <p:cNvPr id="1740" name="Google Shape;1740;p27"/>
            <p:cNvGrpSpPr/>
            <p:nvPr/>
          </p:nvGrpSpPr>
          <p:grpSpPr>
            <a:xfrm>
              <a:off x="481900" y="3280551"/>
              <a:ext cx="130200" cy="126125"/>
              <a:chOff x="-4441750" y="34450"/>
              <a:chExt cx="130200" cy="126125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2" name="Google Shape;1742;p27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3" name="Google Shape;1743;p27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44" name="Google Shape;1744;p27"/>
            <p:cNvGrpSpPr/>
            <p:nvPr/>
          </p:nvGrpSpPr>
          <p:grpSpPr>
            <a:xfrm>
              <a:off x="380020" y="571430"/>
              <a:ext cx="101875" cy="134875"/>
              <a:chOff x="3928495" y="333391"/>
              <a:chExt cx="101875" cy="134875"/>
            </a:xfrm>
          </p:grpSpPr>
          <p:grpSp>
            <p:nvGrpSpPr>
              <p:cNvPr id="1745" name="Google Shape;1745;p2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746" name="Google Shape;1746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8" name="Google Shape;1748;p2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749" name="Google Shape;1749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1" name="Google Shape;1751;p2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752" name="Google Shape;1752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54" name="Google Shape;1754;p27"/>
            <p:cNvGrpSpPr/>
            <p:nvPr/>
          </p:nvGrpSpPr>
          <p:grpSpPr>
            <a:xfrm>
              <a:off x="1668775" y="4808638"/>
              <a:ext cx="445675" cy="119073"/>
              <a:chOff x="3578973" y="2550931"/>
              <a:chExt cx="279193" cy="74593"/>
            </a:xfrm>
          </p:grpSpPr>
          <p:sp>
            <p:nvSpPr>
              <p:cNvPr id="1755" name="Google Shape;1755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27"/>
            <p:cNvGrpSpPr/>
            <p:nvPr/>
          </p:nvGrpSpPr>
          <p:grpSpPr>
            <a:xfrm>
              <a:off x="7632725" y="153613"/>
              <a:ext cx="130200" cy="126125"/>
              <a:chOff x="3935725" y="167575"/>
              <a:chExt cx="130200" cy="126125"/>
            </a:xfrm>
          </p:grpSpPr>
          <p:sp>
            <p:nvSpPr>
              <p:cNvPr id="1766" name="Google Shape;1766;p2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7" name="Google Shape;1767;p2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8" name="Google Shape;1768;p2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69" name="Google Shape;1769;p27"/>
            <p:cNvGrpSpPr/>
            <p:nvPr/>
          </p:nvGrpSpPr>
          <p:grpSpPr>
            <a:xfrm flipH="1">
              <a:off x="1631171" y="247560"/>
              <a:ext cx="445675" cy="80822"/>
              <a:chOff x="6468929" y="3844579"/>
              <a:chExt cx="411329" cy="74593"/>
            </a:xfrm>
          </p:grpSpPr>
          <p:sp>
            <p:nvSpPr>
              <p:cNvPr id="1770" name="Google Shape;1770;p2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3" name="Google Shape;1773;p27"/>
            <p:cNvGrpSpPr/>
            <p:nvPr/>
          </p:nvGrpSpPr>
          <p:grpSpPr>
            <a:xfrm rot="10800000">
              <a:off x="8430775" y="1578188"/>
              <a:ext cx="445675" cy="119073"/>
              <a:chOff x="3578973" y="2550931"/>
              <a:chExt cx="279193" cy="74593"/>
            </a:xfrm>
          </p:grpSpPr>
          <p:sp>
            <p:nvSpPr>
              <p:cNvPr id="1774" name="Google Shape;1774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3141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2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6" name="Google Shape;1786;p28"/>
          <p:cNvGrpSpPr/>
          <p:nvPr/>
        </p:nvGrpSpPr>
        <p:grpSpPr>
          <a:xfrm rot="10800000" flipH="1">
            <a:off x="-871550" y="-645819"/>
            <a:ext cx="11081975" cy="8937867"/>
            <a:chOff x="-871550" y="-1016375"/>
            <a:chExt cx="11081975" cy="6703400"/>
          </a:xfrm>
        </p:grpSpPr>
        <p:sp>
          <p:nvSpPr>
            <p:cNvPr id="1787" name="Google Shape;1787;p28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9" name="Google Shape;1789;p28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0" name="Google Shape;1790;p28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1" name="Google Shape;1791;p28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2" name="Google Shape;1792;p28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93" name="Google Shape;1793;p28"/>
          <p:cNvGrpSpPr/>
          <p:nvPr/>
        </p:nvGrpSpPr>
        <p:grpSpPr>
          <a:xfrm rot="10800000" flipH="1">
            <a:off x="-667955" y="-1504634"/>
            <a:ext cx="10232769" cy="8993019"/>
            <a:chOff x="-527805" y="-670853"/>
            <a:chExt cx="10232769" cy="6744764"/>
          </a:xfrm>
        </p:grpSpPr>
        <p:grpSp>
          <p:nvGrpSpPr>
            <p:cNvPr id="1794" name="Google Shape;1794;p28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795" name="Google Shape;1795;p2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1" name="Google Shape;1801;p28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802" name="Google Shape;1802;p2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4" name="Google Shape;1804;p28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805" name="Google Shape;1805;p2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8" name="Google Shape;1808;p28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809" name="Google Shape;1809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2" name="Google Shape;1812;p28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813" name="Google Shape;1813;p28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5" name="Google Shape;1815;p28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816" name="Google Shape;1816;p2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9" name="Google Shape;1819;p28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820" name="Google Shape;1820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3" name="Google Shape;1823;p28"/>
          <p:cNvGrpSpPr/>
          <p:nvPr/>
        </p:nvGrpSpPr>
        <p:grpSpPr>
          <a:xfrm>
            <a:off x="3762175" y="310950"/>
            <a:ext cx="5065988" cy="6256884"/>
            <a:chOff x="7007813" y="233212"/>
            <a:chExt cx="5065988" cy="4692663"/>
          </a:xfrm>
        </p:grpSpPr>
        <p:grpSp>
          <p:nvGrpSpPr>
            <p:cNvPr id="1824" name="Google Shape;1824;p28"/>
            <p:cNvGrpSpPr/>
            <p:nvPr/>
          </p:nvGrpSpPr>
          <p:grpSpPr>
            <a:xfrm flipH="1">
              <a:off x="11943600" y="779000"/>
              <a:ext cx="130200" cy="126125"/>
              <a:chOff x="684250" y="153575"/>
              <a:chExt cx="130200" cy="126125"/>
            </a:xfrm>
          </p:grpSpPr>
          <p:sp>
            <p:nvSpPr>
              <p:cNvPr id="1825" name="Google Shape;1825;p28"/>
              <p:cNvSpPr/>
              <p:nvPr/>
            </p:nvSpPr>
            <p:spPr>
              <a:xfrm>
                <a:off x="684250" y="153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749350" y="187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684250" y="223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28" name="Google Shape;1828;p28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1829" name="Google Shape;1829;p2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32" name="Google Shape;1832;p28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1833" name="Google Shape;1833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66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286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380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31"/>
          <p:cNvSpPr txBox="1">
            <a:spLocks noGrp="1"/>
          </p:cNvSpPr>
          <p:nvPr>
            <p:ph type="title"/>
          </p:nvPr>
        </p:nvSpPr>
        <p:spPr>
          <a:xfrm>
            <a:off x="723450" y="681367"/>
            <a:ext cx="76971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9882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"/>
          <p:cNvGrpSpPr/>
          <p:nvPr/>
        </p:nvGrpSpPr>
        <p:grpSpPr>
          <a:xfrm>
            <a:off x="7966754" y="73"/>
            <a:ext cx="291486" cy="2301486"/>
            <a:chOff x="-1891602" y="2136844"/>
            <a:chExt cx="223631" cy="1364652"/>
          </a:xfrm>
        </p:grpSpPr>
        <p:sp>
          <p:nvSpPr>
            <p:cNvPr id="54" name="Google Shape;54;p3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3"/>
          <p:cNvSpPr/>
          <p:nvPr/>
        </p:nvSpPr>
        <p:spPr>
          <a:xfrm>
            <a:off x="7224161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937662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067326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781006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9515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3"/>
          <p:cNvGrpSpPr/>
          <p:nvPr/>
        </p:nvGrpSpPr>
        <p:grpSpPr>
          <a:xfrm>
            <a:off x="7969676" y="1560035"/>
            <a:ext cx="1108692" cy="1478256"/>
            <a:chOff x="-1891635" y="3074688"/>
            <a:chExt cx="850550" cy="850550"/>
          </a:xfrm>
        </p:grpSpPr>
        <p:sp>
          <p:nvSpPr>
            <p:cNvPr id="65" name="Google Shape;65;p3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7517230" y="1557273"/>
            <a:ext cx="1008752" cy="388669"/>
            <a:chOff x="-2238736" y="3074720"/>
            <a:chExt cx="773880" cy="223630"/>
          </a:xfrm>
        </p:grpSpPr>
        <p:sp>
          <p:nvSpPr>
            <p:cNvPr id="71" name="Google Shape;71;p3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6970415" y="470355"/>
            <a:ext cx="1108653" cy="1478306"/>
            <a:chOff x="-2662477" y="2447714"/>
            <a:chExt cx="850520" cy="850579"/>
          </a:xfrm>
        </p:grpSpPr>
        <p:sp>
          <p:nvSpPr>
            <p:cNvPr id="77" name="Google Shape;77;p3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3"/>
          <p:cNvSpPr/>
          <p:nvPr/>
        </p:nvSpPr>
        <p:spPr>
          <a:xfrm rot="-5400000">
            <a:off x="7651841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3"/>
          <p:cNvGrpSpPr/>
          <p:nvPr/>
        </p:nvGrpSpPr>
        <p:grpSpPr>
          <a:xfrm>
            <a:off x="7787973" y="1199832"/>
            <a:ext cx="291486" cy="5658090"/>
            <a:chOff x="-2035620" y="2871544"/>
            <a:chExt cx="223631" cy="2244027"/>
          </a:xfrm>
        </p:grpSpPr>
        <p:sp>
          <p:nvSpPr>
            <p:cNvPr id="84" name="Google Shape;84;p3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" name="Google Shape;89;p3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816544" y="2560800"/>
            <a:ext cx="5931225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" name="Google Shape;92;p3"/>
          <p:cNvSpPr txBox="1">
            <a:spLocks noGrp="1"/>
          </p:cNvSpPr>
          <p:nvPr>
            <p:ph type="body" idx="1"/>
          </p:nvPr>
        </p:nvSpPr>
        <p:spPr>
          <a:xfrm>
            <a:off x="816544" y="3683102"/>
            <a:ext cx="5931225" cy="210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866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4"/>
          <p:cNvGrpSpPr/>
          <p:nvPr/>
        </p:nvGrpSpPr>
        <p:grpSpPr>
          <a:xfrm rot="-5400000" flipH="1">
            <a:off x="3935779" y="1195000"/>
            <a:ext cx="456878" cy="8328437"/>
            <a:chOff x="-1891602" y="2136844"/>
            <a:chExt cx="223631" cy="1364652"/>
          </a:xfrm>
        </p:grpSpPr>
        <p:sp>
          <p:nvSpPr>
            <p:cNvPr id="95" name="Google Shape;95;p4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4"/>
          <p:cNvSpPr/>
          <p:nvPr/>
        </p:nvSpPr>
        <p:spPr>
          <a:xfrm rot="-5400000" flipH="1">
            <a:off x="7499985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 rot="-5400000" flipH="1">
            <a:off x="7344254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 rot="-5400000" flipH="1">
            <a:off x="7733241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 rot="-5400000" flipH="1">
            <a:off x="7456859" y="5351996"/>
            <a:ext cx="1730784" cy="1298088"/>
            <a:chOff x="-1891635" y="3077004"/>
            <a:chExt cx="850550" cy="850550"/>
          </a:xfrm>
        </p:grpSpPr>
        <p:sp>
          <p:nvSpPr>
            <p:cNvPr id="104" name="Google Shape;104;p4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4"/>
          <p:cNvGrpSpPr/>
          <p:nvPr/>
        </p:nvGrpSpPr>
        <p:grpSpPr>
          <a:xfrm rot="-5400000" flipH="1">
            <a:off x="4829429" y="2824399"/>
            <a:ext cx="6020786" cy="338028"/>
            <a:chOff x="-2238736" y="3074720"/>
            <a:chExt cx="773880" cy="223630"/>
          </a:xfrm>
        </p:grpSpPr>
        <p:sp>
          <p:nvSpPr>
            <p:cNvPr id="110" name="Google Shape;110;p4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5" name="Google Shape;115;p4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617156" y="726800"/>
            <a:ext cx="652995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617156" y="1670061"/>
            <a:ext cx="6529950" cy="323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0500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Six boxe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7328615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531901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rot="5400000">
            <a:off x="8076742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 rot="5400000">
            <a:off x="6586332" y="1654488"/>
            <a:ext cx="3729018" cy="420011"/>
            <a:chOff x="-2238736" y="3074720"/>
            <a:chExt cx="773880" cy="223630"/>
          </a:xfrm>
        </p:grpSpPr>
        <p:sp>
          <p:nvSpPr>
            <p:cNvPr id="124" name="Google Shape;124;p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5"/>
          <p:cNvGrpSpPr/>
          <p:nvPr/>
        </p:nvGrpSpPr>
        <p:grpSpPr>
          <a:xfrm>
            <a:off x="7196210" y="2726280"/>
            <a:ext cx="1464750" cy="1933470"/>
            <a:chOff x="307943" y="1880647"/>
            <a:chExt cx="2520000" cy="2494800"/>
          </a:xfrm>
        </p:grpSpPr>
        <p:sp>
          <p:nvSpPr>
            <p:cNvPr id="130" name="Google Shape;130;p5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 rot="5400000">
            <a:off x="6873058" y="5066631"/>
            <a:ext cx="3162615" cy="420011"/>
            <a:chOff x="-2238736" y="3074720"/>
            <a:chExt cx="773880" cy="223630"/>
          </a:xfrm>
        </p:grpSpPr>
        <p:sp>
          <p:nvSpPr>
            <p:cNvPr id="136" name="Google Shape;136;p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1" name="Google Shape;141;p5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311700" y="593375"/>
            <a:ext cx="67461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1"/>
          </p:nvPr>
        </p:nvSpPr>
        <p:spPr>
          <a:xfrm>
            <a:off x="311698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body" idx="2"/>
          </p:nvPr>
        </p:nvSpPr>
        <p:spPr>
          <a:xfrm>
            <a:off x="311717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3"/>
          </p:nvPr>
        </p:nvSpPr>
        <p:spPr>
          <a:xfrm>
            <a:off x="2613442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body" idx="4"/>
          </p:nvPr>
        </p:nvSpPr>
        <p:spPr>
          <a:xfrm>
            <a:off x="2613461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5"/>
          </p:nvPr>
        </p:nvSpPr>
        <p:spPr>
          <a:xfrm>
            <a:off x="4915201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body" idx="6"/>
          </p:nvPr>
        </p:nvSpPr>
        <p:spPr>
          <a:xfrm>
            <a:off x="4915220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9" name="Google Shape;149;p5"/>
          <p:cNvSpPr txBox="1">
            <a:spLocks noGrp="1"/>
          </p:cNvSpPr>
          <p:nvPr>
            <p:ph type="subTitle" idx="7"/>
          </p:nvPr>
        </p:nvSpPr>
        <p:spPr>
          <a:xfrm>
            <a:off x="311660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body" idx="8"/>
          </p:nvPr>
        </p:nvSpPr>
        <p:spPr>
          <a:xfrm>
            <a:off x="311681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1" name="Google Shape;151;p5"/>
          <p:cNvSpPr txBox="1">
            <a:spLocks noGrp="1"/>
          </p:cNvSpPr>
          <p:nvPr>
            <p:ph type="subTitle" idx="9"/>
          </p:nvPr>
        </p:nvSpPr>
        <p:spPr>
          <a:xfrm>
            <a:off x="2613404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body" idx="13"/>
          </p:nvPr>
        </p:nvSpPr>
        <p:spPr>
          <a:xfrm>
            <a:off x="2613425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3" name="Google Shape;153;p5"/>
          <p:cNvSpPr txBox="1">
            <a:spLocks noGrp="1"/>
          </p:cNvSpPr>
          <p:nvPr>
            <p:ph type="subTitle" idx="14"/>
          </p:nvPr>
        </p:nvSpPr>
        <p:spPr>
          <a:xfrm>
            <a:off x="4915163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body" idx="15"/>
          </p:nvPr>
        </p:nvSpPr>
        <p:spPr>
          <a:xfrm>
            <a:off x="4915184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6117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Title subtitle and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6"/>
          <p:cNvGrpSpPr/>
          <p:nvPr/>
        </p:nvGrpSpPr>
        <p:grpSpPr>
          <a:xfrm>
            <a:off x="7966754" y="73"/>
            <a:ext cx="291486" cy="2301486"/>
            <a:chOff x="-1891602" y="2136844"/>
            <a:chExt cx="223631" cy="1364652"/>
          </a:xfrm>
        </p:grpSpPr>
        <p:sp>
          <p:nvSpPr>
            <p:cNvPr id="157" name="Google Shape;157;p6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6"/>
          <p:cNvSpPr/>
          <p:nvPr/>
        </p:nvSpPr>
        <p:spPr>
          <a:xfrm>
            <a:off x="7224161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937662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067326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781006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779515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6"/>
          <p:cNvGrpSpPr/>
          <p:nvPr/>
        </p:nvGrpSpPr>
        <p:grpSpPr>
          <a:xfrm>
            <a:off x="7969676" y="1560035"/>
            <a:ext cx="1108692" cy="1478256"/>
            <a:chOff x="-1891635" y="3074688"/>
            <a:chExt cx="850550" cy="850550"/>
          </a:xfrm>
        </p:grpSpPr>
        <p:sp>
          <p:nvSpPr>
            <p:cNvPr id="168" name="Google Shape;168;p6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7517230" y="1557273"/>
            <a:ext cx="1008752" cy="388669"/>
            <a:chOff x="-2238736" y="3074720"/>
            <a:chExt cx="773880" cy="223630"/>
          </a:xfrm>
        </p:grpSpPr>
        <p:sp>
          <p:nvSpPr>
            <p:cNvPr id="174" name="Google Shape;174;p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6970415" y="470355"/>
            <a:ext cx="1108653" cy="1478306"/>
            <a:chOff x="-2662477" y="2447714"/>
            <a:chExt cx="850520" cy="850579"/>
          </a:xfrm>
        </p:grpSpPr>
        <p:sp>
          <p:nvSpPr>
            <p:cNvPr id="180" name="Google Shape;180;p6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 rot="-5400000">
            <a:off x="7651841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6"/>
          <p:cNvGrpSpPr/>
          <p:nvPr/>
        </p:nvGrpSpPr>
        <p:grpSpPr>
          <a:xfrm>
            <a:off x="7787973" y="1199832"/>
            <a:ext cx="291486" cy="5658090"/>
            <a:chOff x="-2035620" y="2871544"/>
            <a:chExt cx="223631" cy="2244027"/>
          </a:xfrm>
        </p:grpSpPr>
        <p:sp>
          <p:nvSpPr>
            <p:cNvPr id="187" name="Google Shape;187;p6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2" name="Google Shape;192;p6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718202" y="1294500"/>
            <a:ext cx="5278725" cy="17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subTitle" idx="1"/>
          </p:nvPr>
        </p:nvSpPr>
        <p:spPr>
          <a:xfrm>
            <a:off x="718181" y="3047998"/>
            <a:ext cx="527872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3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2"/>
          </p:nvPr>
        </p:nvSpPr>
        <p:spPr>
          <a:xfrm>
            <a:off x="718210" y="3578702"/>
            <a:ext cx="527872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48949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Four boxe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7"/>
          <p:cNvGrpSpPr/>
          <p:nvPr/>
        </p:nvGrpSpPr>
        <p:grpSpPr>
          <a:xfrm rot="-5400000" flipH="1">
            <a:off x="686535" y="3629844"/>
            <a:ext cx="674493" cy="2057417"/>
            <a:chOff x="-1891602" y="2136844"/>
            <a:chExt cx="223631" cy="1364652"/>
          </a:xfrm>
        </p:grpSpPr>
        <p:sp>
          <p:nvSpPr>
            <p:cNvPr id="198" name="Google Shape;198;p7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7"/>
          <p:cNvSpPr/>
          <p:nvPr/>
        </p:nvSpPr>
        <p:spPr>
          <a:xfrm rot="-5400000" flipH="1">
            <a:off x="755570" y="5191747"/>
            <a:ext cx="1689346" cy="38876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 rot="-5400000" flipH="1">
            <a:off x="524494" y="4385498"/>
            <a:ext cx="1100100" cy="922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 rot="-5400000" flipH="1">
            <a:off x="1098776" y="4189274"/>
            <a:ext cx="717900" cy="9562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 rot="-5400000" flipH="1">
            <a:off x="690709" y="4635949"/>
            <a:ext cx="2555137" cy="1916353"/>
            <a:chOff x="-1891635" y="3077004"/>
            <a:chExt cx="850550" cy="850550"/>
          </a:xfrm>
        </p:grpSpPr>
        <p:sp>
          <p:nvSpPr>
            <p:cNvPr id="207" name="Google Shape;207;p7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7"/>
          <p:cNvGrpSpPr/>
          <p:nvPr/>
        </p:nvGrpSpPr>
        <p:grpSpPr>
          <a:xfrm rot="-5400000" flipH="1">
            <a:off x="-1549844" y="2542759"/>
            <a:ext cx="5611868" cy="498975"/>
            <a:chOff x="-2238736" y="3074720"/>
            <a:chExt cx="773880" cy="223630"/>
          </a:xfrm>
        </p:grpSpPr>
        <p:sp>
          <p:nvSpPr>
            <p:cNvPr id="213" name="Google Shape;213;p7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8" name="Google Shape;218;p7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>
            <a:spLocks noGrp="1"/>
          </p:cNvSpPr>
          <p:nvPr>
            <p:ph type="title"/>
          </p:nvPr>
        </p:nvSpPr>
        <p:spPr>
          <a:xfrm>
            <a:off x="1728788" y="499500"/>
            <a:ext cx="7183575" cy="96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subTitle" idx="1"/>
          </p:nvPr>
        </p:nvSpPr>
        <p:spPr>
          <a:xfrm>
            <a:off x="2360479" y="1955010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body" idx="2"/>
          </p:nvPr>
        </p:nvSpPr>
        <p:spPr>
          <a:xfrm>
            <a:off x="2360501" y="2598286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Google Shape;222;p7"/>
          <p:cNvSpPr txBox="1">
            <a:spLocks noGrp="1"/>
          </p:cNvSpPr>
          <p:nvPr>
            <p:ph type="subTitle" idx="3"/>
          </p:nvPr>
        </p:nvSpPr>
        <p:spPr>
          <a:xfrm>
            <a:off x="4969228" y="1955010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7"/>
          <p:cNvSpPr txBox="1">
            <a:spLocks noGrp="1"/>
          </p:cNvSpPr>
          <p:nvPr>
            <p:ph type="body" idx="4"/>
          </p:nvPr>
        </p:nvSpPr>
        <p:spPr>
          <a:xfrm>
            <a:off x="4969254" y="2598286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5"/>
          </p:nvPr>
        </p:nvSpPr>
        <p:spPr>
          <a:xfrm>
            <a:off x="3564084" y="4440507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6"/>
          </p:nvPr>
        </p:nvSpPr>
        <p:spPr>
          <a:xfrm>
            <a:off x="3564114" y="5083782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7"/>
          </p:nvPr>
        </p:nvSpPr>
        <p:spPr>
          <a:xfrm>
            <a:off x="6172868" y="5083782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7" name="Google Shape;227;p7"/>
          <p:cNvSpPr txBox="1">
            <a:spLocks noGrp="1"/>
          </p:cNvSpPr>
          <p:nvPr>
            <p:ph type="subTitle" idx="8"/>
          </p:nvPr>
        </p:nvSpPr>
        <p:spPr>
          <a:xfrm>
            <a:off x="6172842" y="4440507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1446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>
            <a:spLocks noGrp="1"/>
          </p:cNvSpPr>
          <p:nvPr>
            <p:ph type="title"/>
          </p:nvPr>
        </p:nvSpPr>
        <p:spPr>
          <a:xfrm>
            <a:off x="767344" y="593213"/>
            <a:ext cx="76092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0" name="Google Shape;230;p8"/>
          <p:cNvSpPr txBox="1">
            <a:spLocks noGrp="1"/>
          </p:cNvSpPr>
          <p:nvPr>
            <p:ph type="body" idx="1"/>
          </p:nvPr>
        </p:nvSpPr>
        <p:spPr>
          <a:xfrm>
            <a:off x="767335" y="1848925"/>
            <a:ext cx="35721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685800" lvl="1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1" name="Google Shape;231;p8"/>
          <p:cNvSpPr txBox="1">
            <a:spLocks noGrp="1"/>
          </p:cNvSpPr>
          <p:nvPr>
            <p:ph type="body" idx="2"/>
          </p:nvPr>
        </p:nvSpPr>
        <p:spPr>
          <a:xfrm>
            <a:off x="4804566" y="1848925"/>
            <a:ext cx="35721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685800" lvl="1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2" name="Google Shape;232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3" name="Google Shape;233;p8"/>
          <p:cNvSpPr/>
          <p:nvPr/>
        </p:nvSpPr>
        <p:spPr>
          <a:xfrm rot="5400000">
            <a:off x="-488411" y="6133679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 rot="5400000">
            <a:off x="-488411" y="593604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8"/>
          <p:cNvGrpSpPr/>
          <p:nvPr/>
        </p:nvGrpSpPr>
        <p:grpSpPr>
          <a:xfrm rot="-5400000" flipH="1">
            <a:off x="4350458" y="1744279"/>
            <a:ext cx="456878" cy="9157770"/>
            <a:chOff x="-1891602" y="2136844"/>
            <a:chExt cx="223631" cy="1364652"/>
          </a:xfrm>
        </p:grpSpPr>
        <p:sp>
          <p:nvSpPr>
            <p:cNvPr id="236" name="Google Shape;236;p8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1" name="Google Shape;241;p8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0918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9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>
            <a:spLocks noGrp="1"/>
          </p:cNvSpPr>
          <p:nvPr>
            <p:ph type="title"/>
          </p:nvPr>
        </p:nvSpPr>
        <p:spPr>
          <a:xfrm>
            <a:off x="575213" y="679800"/>
            <a:ext cx="79935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5" name="Google Shape;245;p9"/>
          <p:cNvSpPr txBox="1">
            <a:spLocks noGrp="1"/>
          </p:cNvSpPr>
          <p:nvPr>
            <p:ph type="body" idx="1"/>
          </p:nvPr>
        </p:nvSpPr>
        <p:spPr>
          <a:xfrm>
            <a:off x="700875" y="3451362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6" name="Google Shape;246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47" name="Google Shape;247;p9"/>
          <p:cNvSpPr txBox="1">
            <a:spLocks noGrp="1"/>
          </p:cNvSpPr>
          <p:nvPr>
            <p:ph type="subTitle" idx="2"/>
          </p:nvPr>
        </p:nvSpPr>
        <p:spPr>
          <a:xfrm>
            <a:off x="703688" y="5018924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3"/>
          </p:nvPr>
        </p:nvSpPr>
        <p:spPr>
          <a:xfrm>
            <a:off x="3391763" y="3451375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9" name="Google Shape;249;p9"/>
          <p:cNvSpPr txBox="1">
            <a:spLocks noGrp="1"/>
          </p:cNvSpPr>
          <p:nvPr>
            <p:ph type="subTitle" idx="4"/>
          </p:nvPr>
        </p:nvSpPr>
        <p:spPr>
          <a:xfrm>
            <a:off x="3394575" y="5018929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5"/>
          </p:nvPr>
        </p:nvSpPr>
        <p:spPr>
          <a:xfrm>
            <a:off x="6082650" y="3451362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1" name="Google Shape;251;p9"/>
          <p:cNvSpPr txBox="1">
            <a:spLocks noGrp="1"/>
          </p:cNvSpPr>
          <p:nvPr>
            <p:ph type="subTitle" idx="6"/>
          </p:nvPr>
        </p:nvSpPr>
        <p:spPr>
          <a:xfrm>
            <a:off x="6085463" y="5018924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68240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0"/>
          <p:cNvGrpSpPr/>
          <p:nvPr/>
        </p:nvGrpSpPr>
        <p:grpSpPr>
          <a:xfrm flipH="1">
            <a:off x="885760" y="73"/>
            <a:ext cx="291486" cy="2301486"/>
            <a:chOff x="-1891602" y="2136844"/>
            <a:chExt cx="223631" cy="1364652"/>
          </a:xfrm>
        </p:grpSpPr>
        <p:sp>
          <p:nvSpPr>
            <p:cNvPr id="254" name="Google Shape;254;p10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0"/>
          <p:cNvSpPr/>
          <p:nvPr/>
        </p:nvSpPr>
        <p:spPr>
          <a:xfrm flipH="1">
            <a:off x="1346137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 flipH="1">
            <a:off x="1067806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 flipH="1">
            <a:off x="344527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 flipH="1">
            <a:off x="885769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 flipH="1">
            <a:off x="1052861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0"/>
          <p:cNvGrpSpPr/>
          <p:nvPr/>
        </p:nvGrpSpPr>
        <p:grpSpPr>
          <a:xfrm flipH="1">
            <a:off x="65632" y="1560035"/>
            <a:ext cx="1108692" cy="1478256"/>
            <a:chOff x="-1891635" y="3074688"/>
            <a:chExt cx="850550" cy="850550"/>
          </a:xfrm>
        </p:grpSpPr>
        <p:sp>
          <p:nvSpPr>
            <p:cNvPr id="265" name="Google Shape;265;p10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 flipH="1">
            <a:off x="618019" y="1557273"/>
            <a:ext cx="1008752" cy="388669"/>
            <a:chOff x="-2238736" y="3074720"/>
            <a:chExt cx="773880" cy="223630"/>
          </a:xfrm>
        </p:grpSpPr>
        <p:sp>
          <p:nvSpPr>
            <p:cNvPr id="271" name="Google Shape;271;p10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0"/>
          <p:cNvGrpSpPr/>
          <p:nvPr/>
        </p:nvGrpSpPr>
        <p:grpSpPr>
          <a:xfrm flipH="1">
            <a:off x="1064933" y="470355"/>
            <a:ext cx="1108653" cy="1478306"/>
            <a:chOff x="-2662477" y="2447714"/>
            <a:chExt cx="850520" cy="850579"/>
          </a:xfrm>
        </p:grpSpPr>
        <p:sp>
          <p:nvSpPr>
            <p:cNvPr id="277" name="Google Shape;277;p10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0"/>
          <p:cNvSpPr/>
          <p:nvPr/>
        </p:nvSpPr>
        <p:spPr>
          <a:xfrm rot="5400000" flipH="1">
            <a:off x="702860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10"/>
          <p:cNvGrpSpPr/>
          <p:nvPr/>
        </p:nvGrpSpPr>
        <p:grpSpPr>
          <a:xfrm flipH="1">
            <a:off x="1064541" y="1199832"/>
            <a:ext cx="291486" cy="5658090"/>
            <a:chOff x="-2035620" y="2871544"/>
            <a:chExt cx="223631" cy="2244027"/>
          </a:xfrm>
        </p:grpSpPr>
        <p:sp>
          <p:nvSpPr>
            <p:cNvPr id="284" name="Google Shape;284;p10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9" name="Google Shape;289;p10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 txBox="1">
            <a:spLocks noGrp="1"/>
          </p:cNvSpPr>
          <p:nvPr>
            <p:ph type="title"/>
          </p:nvPr>
        </p:nvSpPr>
        <p:spPr>
          <a:xfrm>
            <a:off x="1813950" y="575575"/>
            <a:ext cx="692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10"/>
          <p:cNvSpPr txBox="1">
            <a:spLocks noGrp="1"/>
          </p:cNvSpPr>
          <p:nvPr>
            <p:ph type="body" idx="1"/>
          </p:nvPr>
        </p:nvSpPr>
        <p:spPr>
          <a:xfrm>
            <a:off x="1716680" y="4353503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2" name="Google Shape;292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93" name="Google Shape;293;p10"/>
          <p:cNvSpPr txBox="1">
            <a:spLocks noGrp="1"/>
          </p:cNvSpPr>
          <p:nvPr>
            <p:ph type="subTitle" idx="2"/>
          </p:nvPr>
        </p:nvSpPr>
        <p:spPr>
          <a:xfrm>
            <a:off x="1716680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4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10"/>
          <p:cNvSpPr txBox="1">
            <a:spLocks noGrp="1"/>
          </p:cNvSpPr>
          <p:nvPr>
            <p:ph type="body" idx="3"/>
          </p:nvPr>
        </p:nvSpPr>
        <p:spPr>
          <a:xfrm>
            <a:off x="3140345" y="4353501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5" name="Google Shape;295;p10"/>
          <p:cNvSpPr txBox="1">
            <a:spLocks noGrp="1"/>
          </p:cNvSpPr>
          <p:nvPr>
            <p:ph type="subTitle" idx="4"/>
          </p:nvPr>
        </p:nvSpPr>
        <p:spPr>
          <a:xfrm>
            <a:off x="3150646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3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6" name="Google Shape;296;p10"/>
          <p:cNvSpPr txBox="1">
            <a:spLocks noGrp="1"/>
          </p:cNvSpPr>
          <p:nvPr>
            <p:ph type="body" idx="5"/>
          </p:nvPr>
        </p:nvSpPr>
        <p:spPr>
          <a:xfrm>
            <a:off x="4564009" y="4353517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7" name="Google Shape;297;p10"/>
          <p:cNvSpPr txBox="1">
            <a:spLocks noGrp="1"/>
          </p:cNvSpPr>
          <p:nvPr>
            <p:ph type="subTitle" idx="6"/>
          </p:nvPr>
        </p:nvSpPr>
        <p:spPr>
          <a:xfrm>
            <a:off x="4584611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4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10"/>
          <p:cNvSpPr txBox="1">
            <a:spLocks noGrp="1"/>
          </p:cNvSpPr>
          <p:nvPr>
            <p:ph type="body" idx="7"/>
          </p:nvPr>
        </p:nvSpPr>
        <p:spPr>
          <a:xfrm>
            <a:off x="5987673" y="4353525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9" name="Google Shape;299;p10"/>
          <p:cNvSpPr txBox="1">
            <a:spLocks noGrp="1"/>
          </p:cNvSpPr>
          <p:nvPr>
            <p:ph type="subTitle" idx="8"/>
          </p:nvPr>
        </p:nvSpPr>
        <p:spPr>
          <a:xfrm>
            <a:off x="6018577" y="2393575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6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10"/>
          <p:cNvSpPr txBox="1">
            <a:spLocks noGrp="1"/>
          </p:cNvSpPr>
          <p:nvPr>
            <p:ph type="body" idx="9"/>
          </p:nvPr>
        </p:nvSpPr>
        <p:spPr>
          <a:xfrm>
            <a:off x="7411337" y="4353491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1" name="Google Shape;301;p10"/>
          <p:cNvSpPr txBox="1">
            <a:spLocks noGrp="1"/>
          </p:cNvSpPr>
          <p:nvPr>
            <p:ph type="subTitle" idx="13"/>
          </p:nvPr>
        </p:nvSpPr>
        <p:spPr>
          <a:xfrm>
            <a:off x="7452542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3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ubTitle" idx="14"/>
          </p:nvPr>
        </p:nvSpPr>
        <p:spPr>
          <a:xfrm>
            <a:off x="1716680" y="3899012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subTitle" idx="15"/>
          </p:nvPr>
        </p:nvSpPr>
        <p:spPr>
          <a:xfrm>
            <a:off x="3140345" y="3899000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0"/>
          <p:cNvSpPr txBox="1">
            <a:spLocks noGrp="1"/>
          </p:cNvSpPr>
          <p:nvPr>
            <p:ph type="subTitle" idx="16"/>
          </p:nvPr>
        </p:nvSpPr>
        <p:spPr>
          <a:xfrm>
            <a:off x="4564008" y="3899012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10"/>
          <p:cNvSpPr txBox="1">
            <a:spLocks noGrp="1"/>
          </p:cNvSpPr>
          <p:nvPr>
            <p:ph type="subTitle" idx="17"/>
          </p:nvPr>
        </p:nvSpPr>
        <p:spPr>
          <a:xfrm>
            <a:off x="5987672" y="3899000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10"/>
          <p:cNvSpPr txBox="1">
            <a:spLocks noGrp="1"/>
          </p:cNvSpPr>
          <p:nvPr>
            <p:ph type="subTitle" idx="18"/>
          </p:nvPr>
        </p:nvSpPr>
        <p:spPr>
          <a:xfrm>
            <a:off x="7411337" y="3898987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59768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9" name="Google Shape;309;p11"/>
          <p:cNvSpPr/>
          <p:nvPr/>
        </p:nvSpPr>
        <p:spPr>
          <a:xfrm flipH="1">
            <a:off x="499541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 flipH="1">
            <a:off x="814384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 rot="-5400000" flipH="1">
            <a:off x="527477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11"/>
          <p:cNvGrpSpPr/>
          <p:nvPr/>
        </p:nvGrpSpPr>
        <p:grpSpPr>
          <a:xfrm rot="-5400000" flipH="1">
            <a:off x="-1171351" y="1654488"/>
            <a:ext cx="3729018" cy="420011"/>
            <a:chOff x="-2238736" y="3074720"/>
            <a:chExt cx="773880" cy="223630"/>
          </a:xfrm>
        </p:grpSpPr>
        <p:sp>
          <p:nvSpPr>
            <p:cNvPr id="313" name="Google Shape;313;p11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1"/>
          <p:cNvGrpSpPr/>
          <p:nvPr/>
        </p:nvGrpSpPr>
        <p:grpSpPr>
          <a:xfrm flipH="1">
            <a:off x="483040" y="2726280"/>
            <a:ext cx="1464750" cy="1933470"/>
            <a:chOff x="307943" y="1880647"/>
            <a:chExt cx="2520000" cy="2494800"/>
          </a:xfrm>
        </p:grpSpPr>
        <p:sp>
          <p:nvSpPr>
            <p:cNvPr id="319" name="Google Shape;319;p11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1"/>
          <p:cNvGrpSpPr/>
          <p:nvPr/>
        </p:nvGrpSpPr>
        <p:grpSpPr>
          <a:xfrm rot="-5400000" flipH="1">
            <a:off x="-891673" y="5066631"/>
            <a:ext cx="3162615" cy="420011"/>
            <a:chOff x="-2238736" y="3074720"/>
            <a:chExt cx="773880" cy="223630"/>
          </a:xfrm>
        </p:grpSpPr>
        <p:sp>
          <p:nvSpPr>
            <p:cNvPr id="325" name="Google Shape;325;p11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0" name="Google Shape;330;p11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 txBox="1">
            <a:spLocks noGrp="1"/>
          </p:cNvSpPr>
          <p:nvPr>
            <p:ph type="title"/>
          </p:nvPr>
        </p:nvSpPr>
        <p:spPr>
          <a:xfrm>
            <a:off x="1400175" y="593375"/>
            <a:ext cx="74319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3750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2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334" name="Google Shape;334;p12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2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2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2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343" name="Google Shape;343;p12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2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349" name="Google Shape;349;p12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4" name="Google Shape;354;p12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 txBox="1">
            <a:spLocks noGrp="1"/>
          </p:cNvSpPr>
          <p:nvPr>
            <p:ph type="title"/>
          </p:nvPr>
        </p:nvSpPr>
        <p:spPr>
          <a:xfrm>
            <a:off x="1840594" y="1064800"/>
            <a:ext cx="4677975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6" name="Google Shape;356;p12"/>
          <p:cNvSpPr txBox="1">
            <a:spLocks noGrp="1"/>
          </p:cNvSpPr>
          <p:nvPr>
            <p:ph type="body" idx="1"/>
          </p:nvPr>
        </p:nvSpPr>
        <p:spPr>
          <a:xfrm>
            <a:off x="1840594" y="2350950"/>
            <a:ext cx="4677975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7" name="Google Shape;3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8" name="Google Shape;358;p12"/>
          <p:cNvSpPr>
            <a:spLocks noGrp="1"/>
          </p:cNvSpPr>
          <p:nvPr>
            <p:ph type="pic" idx="2"/>
          </p:nvPr>
        </p:nvSpPr>
        <p:spPr>
          <a:xfrm>
            <a:off x="6830794" y="1064800"/>
            <a:ext cx="2018250" cy="26910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848392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 column text and image lef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3"/>
          <p:cNvGrpSpPr/>
          <p:nvPr/>
        </p:nvGrpSpPr>
        <p:grpSpPr>
          <a:xfrm rot="5400000">
            <a:off x="8343890" y="3797034"/>
            <a:ext cx="395089" cy="1205159"/>
            <a:chOff x="-1891602" y="2136844"/>
            <a:chExt cx="223631" cy="1364652"/>
          </a:xfrm>
        </p:grpSpPr>
        <p:sp>
          <p:nvSpPr>
            <p:cNvPr id="361" name="Google Shape;361;p13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3"/>
          <p:cNvSpPr/>
          <p:nvPr/>
        </p:nvSpPr>
        <p:spPr>
          <a:xfrm rot="5400000">
            <a:off x="7709632" y="4710897"/>
            <a:ext cx="987887" cy="22803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 rot="5400000">
            <a:off x="8189487" y="4239633"/>
            <a:ext cx="644400" cy="540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 rot="5400000">
            <a:off x="8076907" y="4124708"/>
            <a:ext cx="420600" cy="5602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13"/>
          <p:cNvGrpSpPr/>
          <p:nvPr/>
        </p:nvGrpSpPr>
        <p:grpSpPr>
          <a:xfrm rot="5400000">
            <a:off x="7239818" y="4386321"/>
            <a:ext cx="1496713" cy="1122535"/>
            <a:chOff x="-1891635" y="3077004"/>
            <a:chExt cx="850550" cy="850550"/>
          </a:xfrm>
        </p:grpSpPr>
        <p:sp>
          <p:nvSpPr>
            <p:cNvPr id="370" name="Google Shape;370;p13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3"/>
          <p:cNvGrpSpPr/>
          <p:nvPr/>
        </p:nvGrpSpPr>
        <p:grpSpPr>
          <a:xfrm rot="5400000">
            <a:off x="5911138" y="2309870"/>
            <a:ext cx="4988121" cy="292206"/>
            <a:chOff x="-2238736" y="3074720"/>
            <a:chExt cx="773880" cy="223630"/>
          </a:xfrm>
        </p:grpSpPr>
        <p:sp>
          <p:nvSpPr>
            <p:cNvPr id="376" name="Google Shape;376;p13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1" name="Google Shape;381;p13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3"/>
          <p:cNvSpPr txBox="1">
            <a:spLocks noGrp="1"/>
          </p:cNvSpPr>
          <p:nvPr>
            <p:ph type="title"/>
          </p:nvPr>
        </p:nvSpPr>
        <p:spPr>
          <a:xfrm>
            <a:off x="5401388" y="914388"/>
            <a:ext cx="315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3" name="Google Shape;383;p13"/>
          <p:cNvSpPr txBox="1">
            <a:spLocks noGrp="1"/>
          </p:cNvSpPr>
          <p:nvPr>
            <p:ph type="body" idx="1"/>
          </p:nvPr>
        </p:nvSpPr>
        <p:spPr>
          <a:xfrm>
            <a:off x="448988" y="5491100"/>
            <a:ext cx="8246025" cy="857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4" name="Google Shape;384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85" name="Google Shape;385;p13"/>
          <p:cNvSpPr>
            <a:spLocks noGrp="1"/>
          </p:cNvSpPr>
          <p:nvPr>
            <p:ph type="pic" idx="2"/>
          </p:nvPr>
        </p:nvSpPr>
        <p:spPr>
          <a:xfrm>
            <a:off x="448987" y="509800"/>
            <a:ext cx="4852125" cy="46794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2693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 column text and image righ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4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388" name="Google Shape;388;p14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4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6" name="Google Shape;396;p14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397" name="Google Shape;397;p14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4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403" name="Google Shape;403;p14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4"/>
          <p:cNvSpPr>
            <a:spLocks noGrp="1"/>
          </p:cNvSpPr>
          <p:nvPr>
            <p:ph type="pic" idx="2"/>
          </p:nvPr>
        </p:nvSpPr>
        <p:spPr>
          <a:xfrm>
            <a:off x="4756856" y="0"/>
            <a:ext cx="41314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10" name="Google Shape;410;p14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4"/>
          <p:cNvSpPr txBox="1">
            <a:spLocks noGrp="1"/>
          </p:cNvSpPr>
          <p:nvPr>
            <p:ph type="title"/>
          </p:nvPr>
        </p:nvSpPr>
        <p:spPr>
          <a:xfrm>
            <a:off x="1791563" y="772250"/>
            <a:ext cx="2823300" cy="1260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55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2" name="Google Shape;412;p14"/>
          <p:cNvSpPr txBox="1">
            <a:spLocks noGrp="1"/>
          </p:cNvSpPr>
          <p:nvPr>
            <p:ph type="body" idx="1"/>
          </p:nvPr>
        </p:nvSpPr>
        <p:spPr>
          <a:xfrm>
            <a:off x="1791563" y="2137646"/>
            <a:ext cx="2823300" cy="270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6911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5"/>
          <p:cNvGrpSpPr/>
          <p:nvPr/>
        </p:nvGrpSpPr>
        <p:grpSpPr>
          <a:xfrm flipH="1">
            <a:off x="895793" y="73"/>
            <a:ext cx="291486" cy="2301486"/>
            <a:chOff x="-1891602" y="2136844"/>
            <a:chExt cx="223631" cy="1364652"/>
          </a:xfrm>
        </p:grpSpPr>
        <p:sp>
          <p:nvSpPr>
            <p:cNvPr id="415" name="Google Shape;415;p15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15"/>
          <p:cNvSpPr/>
          <p:nvPr/>
        </p:nvSpPr>
        <p:spPr>
          <a:xfrm flipH="1">
            <a:off x="1356170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 flipH="1">
            <a:off x="1077839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 flipH="1">
            <a:off x="354560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 flipH="1">
            <a:off x="895802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 flipH="1">
            <a:off x="1062893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15"/>
          <p:cNvGrpSpPr/>
          <p:nvPr/>
        </p:nvGrpSpPr>
        <p:grpSpPr>
          <a:xfrm flipH="1">
            <a:off x="75665" y="1560035"/>
            <a:ext cx="1108692" cy="1478256"/>
            <a:chOff x="-1891635" y="3074688"/>
            <a:chExt cx="850550" cy="850550"/>
          </a:xfrm>
        </p:grpSpPr>
        <p:sp>
          <p:nvSpPr>
            <p:cNvPr id="426" name="Google Shape;426;p15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15"/>
          <p:cNvGrpSpPr/>
          <p:nvPr/>
        </p:nvGrpSpPr>
        <p:grpSpPr>
          <a:xfrm flipH="1">
            <a:off x="628052" y="1557273"/>
            <a:ext cx="1008752" cy="388669"/>
            <a:chOff x="-2238736" y="3074720"/>
            <a:chExt cx="773880" cy="223630"/>
          </a:xfrm>
        </p:grpSpPr>
        <p:sp>
          <p:nvSpPr>
            <p:cNvPr id="432" name="Google Shape;432;p1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5"/>
          <p:cNvGrpSpPr/>
          <p:nvPr/>
        </p:nvGrpSpPr>
        <p:grpSpPr>
          <a:xfrm flipH="1">
            <a:off x="1074965" y="470355"/>
            <a:ext cx="1108653" cy="1478306"/>
            <a:chOff x="-2662477" y="2447714"/>
            <a:chExt cx="850520" cy="850579"/>
          </a:xfrm>
        </p:grpSpPr>
        <p:sp>
          <p:nvSpPr>
            <p:cNvPr id="438" name="Google Shape;438;p15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15"/>
          <p:cNvSpPr/>
          <p:nvPr/>
        </p:nvSpPr>
        <p:spPr>
          <a:xfrm rot="5400000" flipH="1">
            <a:off x="712892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15"/>
          <p:cNvGrpSpPr/>
          <p:nvPr/>
        </p:nvGrpSpPr>
        <p:grpSpPr>
          <a:xfrm flipH="1">
            <a:off x="1074574" y="1199832"/>
            <a:ext cx="291486" cy="5658090"/>
            <a:chOff x="-2035620" y="2871544"/>
            <a:chExt cx="223631" cy="2244027"/>
          </a:xfrm>
        </p:grpSpPr>
        <p:sp>
          <p:nvSpPr>
            <p:cNvPr id="445" name="Google Shape;445;p15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0" name="Google Shape;450;p15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52" name="Google Shape;452;p15"/>
          <p:cNvSpPr txBox="1">
            <a:spLocks noGrp="1"/>
          </p:cNvSpPr>
          <p:nvPr>
            <p:ph type="title"/>
          </p:nvPr>
        </p:nvSpPr>
        <p:spPr>
          <a:xfrm>
            <a:off x="2664713" y="530900"/>
            <a:ext cx="6021900" cy="4719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3" name="Google Shape;453;p15"/>
          <p:cNvSpPr txBox="1">
            <a:spLocks noGrp="1"/>
          </p:cNvSpPr>
          <p:nvPr>
            <p:ph type="subTitle" idx="1"/>
          </p:nvPr>
        </p:nvSpPr>
        <p:spPr>
          <a:xfrm>
            <a:off x="2664713" y="5326741"/>
            <a:ext cx="6021900" cy="693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26559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"/>
          <p:cNvSpPr/>
          <p:nvPr/>
        </p:nvSpPr>
        <p:spPr>
          <a:xfrm>
            <a:off x="7328615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531901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 rot="5400000">
            <a:off x="8076742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8" name="Google Shape;458;p16"/>
          <p:cNvGrpSpPr/>
          <p:nvPr/>
        </p:nvGrpSpPr>
        <p:grpSpPr>
          <a:xfrm rot="5400000">
            <a:off x="6586332" y="1654488"/>
            <a:ext cx="3729018" cy="420011"/>
            <a:chOff x="-2238736" y="3074720"/>
            <a:chExt cx="773880" cy="223630"/>
          </a:xfrm>
        </p:grpSpPr>
        <p:sp>
          <p:nvSpPr>
            <p:cNvPr id="459" name="Google Shape;459;p1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16"/>
          <p:cNvGrpSpPr/>
          <p:nvPr/>
        </p:nvGrpSpPr>
        <p:grpSpPr>
          <a:xfrm>
            <a:off x="7196210" y="2726280"/>
            <a:ext cx="1464750" cy="1933470"/>
            <a:chOff x="307943" y="1880647"/>
            <a:chExt cx="2520000" cy="2494800"/>
          </a:xfrm>
        </p:grpSpPr>
        <p:sp>
          <p:nvSpPr>
            <p:cNvPr id="465" name="Google Shape;465;p16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16"/>
          <p:cNvGrpSpPr/>
          <p:nvPr/>
        </p:nvGrpSpPr>
        <p:grpSpPr>
          <a:xfrm rot="5400000">
            <a:off x="6873058" y="5066631"/>
            <a:ext cx="3162615" cy="420011"/>
            <a:chOff x="-2238736" y="3074720"/>
            <a:chExt cx="773880" cy="223630"/>
          </a:xfrm>
        </p:grpSpPr>
        <p:sp>
          <p:nvSpPr>
            <p:cNvPr id="471" name="Google Shape;471;p1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6" name="Google Shape;476;p16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6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725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28659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Big image with Caption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"/>
          <p:cNvSpPr>
            <a:spLocks noGrp="1"/>
          </p:cNvSpPr>
          <p:nvPr>
            <p:ph type="pic" idx="2"/>
          </p:nvPr>
        </p:nvSpPr>
        <p:spPr>
          <a:xfrm>
            <a:off x="14063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1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725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342900" lvl="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675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2" name="Google Shape;482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505631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8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485" name="Google Shape;485;p18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18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8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494" name="Google Shape;494;p18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18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500" name="Google Shape;500;p18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6" name="Google Shape;506;p18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8"/>
          <p:cNvSpPr txBox="1">
            <a:spLocks noGrp="1"/>
          </p:cNvSpPr>
          <p:nvPr>
            <p:ph type="title" hasCustomPrompt="1"/>
          </p:nvPr>
        </p:nvSpPr>
        <p:spPr>
          <a:xfrm>
            <a:off x="1683338" y="847875"/>
            <a:ext cx="7132050" cy="3368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8" name="Google Shape;508;p18"/>
          <p:cNvSpPr txBox="1">
            <a:spLocks noGrp="1"/>
          </p:cNvSpPr>
          <p:nvPr>
            <p:ph type="body" idx="1"/>
          </p:nvPr>
        </p:nvSpPr>
        <p:spPr>
          <a:xfrm>
            <a:off x="1683338" y="5672474"/>
            <a:ext cx="7132050" cy="100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95731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19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57523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Z SlidesMania - Do not remove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513" name="Google Shape;513;p20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514" name="Google Shape;514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15" name="Google Shape;515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225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25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33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25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516" name="Google Shape;516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7" name="Google Shape;517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18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522" name="Google Shape;522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93806" y="493726"/>
            <a:ext cx="617985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63361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9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463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9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45" name="Google Shape;1845;p29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87472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525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idact Gothic"/>
              <a:buChar char="●"/>
              <a:defRPr sz="25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●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●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75">
                <a:solidFill>
                  <a:schemeClr val="dk2"/>
                </a:solidFill>
              </a:defRPr>
            </a:lvl1pPr>
            <a:lvl2pPr lvl="1" algn="r">
              <a:buNone/>
              <a:defRPr sz="975">
                <a:solidFill>
                  <a:schemeClr val="dk2"/>
                </a:solidFill>
              </a:defRPr>
            </a:lvl2pPr>
            <a:lvl3pPr lvl="2" algn="r">
              <a:buNone/>
              <a:defRPr sz="975">
                <a:solidFill>
                  <a:schemeClr val="dk2"/>
                </a:solidFill>
              </a:defRPr>
            </a:lvl3pPr>
            <a:lvl4pPr lvl="3" algn="r">
              <a:buNone/>
              <a:defRPr sz="975">
                <a:solidFill>
                  <a:schemeClr val="dk2"/>
                </a:solidFill>
              </a:defRPr>
            </a:lvl4pPr>
            <a:lvl5pPr lvl="4" algn="r">
              <a:buNone/>
              <a:defRPr sz="975">
                <a:solidFill>
                  <a:schemeClr val="dk2"/>
                </a:solidFill>
              </a:defRPr>
            </a:lvl5pPr>
            <a:lvl6pPr lvl="5" algn="r">
              <a:buNone/>
              <a:defRPr sz="975">
                <a:solidFill>
                  <a:schemeClr val="dk2"/>
                </a:solidFill>
              </a:defRPr>
            </a:lvl6pPr>
            <a:lvl7pPr lvl="6" algn="r">
              <a:buNone/>
              <a:defRPr sz="975">
                <a:solidFill>
                  <a:schemeClr val="dk2"/>
                </a:solidFill>
              </a:defRPr>
            </a:lvl7pPr>
            <a:lvl8pPr lvl="7" algn="r">
              <a:buNone/>
              <a:defRPr sz="975">
                <a:solidFill>
                  <a:schemeClr val="dk2"/>
                </a:solidFill>
              </a:defRPr>
            </a:lvl8pPr>
            <a:lvl9pPr lvl="8" algn="r">
              <a:buNone/>
              <a:defRPr sz="975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" name="Google Shape;9;p1"/>
          <p:cNvSpPr/>
          <p:nvPr/>
        </p:nvSpPr>
        <p:spPr>
          <a:xfrm rot="5400000">
            <a:off x="-488411" y="6133679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7448850" y="13425"/>
            <a:ext cx="169515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1"/>
                </a:solidFill>
              </a:rPr>
              <a:t>slidesmania.com</a:t>
            </a:r>
            <a:endParaRPr sz="105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88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3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B3F1-1D20-7B4C-9620-F8FCFA1C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98" y="304617"/>
            <a:ext cx="7244091" cy="112230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Baskerville Old Face" panose="02020602080505020303" pitchFamily="18" charset="0"/>
              </a:rPr>
              <a:t>Manufacturing Analysis</a:t>
            </a:r>
            <a:endParaRPr lang="en-IN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54977-BB94-A6AB-2129-C74A24DA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088" y="1426917"/>
            <a:ext cx="8994912" cy="5431083"/>
          </a:xfrm>
        </p:spPr>
        <p:txBody>
          <a:bodyPr>
            <a:normAutofit fontScale="25000" lnSpcReduction="20000"/>
          </a:bodyPr>
          <a:lstStyle/>
          <a:p>
            <a:endParaRPr lang="en-IN" sz="1800" dirty="0"/>
          </a:p>
          <a:p>
            <a:pPr marL="52387" indent="0" algn="ctr">
              <a:buNone/>
            </a:pPr>
            <a:r>
              <a:rPr lang="en-IN" sz="9600" dirty="0"/>
              <a:t>Comparative Study using Excel, Power BI, Tableau &amp; MySQL</a:t>
            </a:r>
          </a:p>
          <a:p>
            <a:pPr marL="52387" indent="0" algn="ctr">
              <a:buNone/>
            </a:pPr>
            <a:r>
              <a:rPr lang="en-IN" sz="8000" dirty="0"/>
              <a:t>“Turning 10K rows of raw data into real manufacturing insights.”</a:t>
            </a:r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r>
              <a:rPr lang="en-IN" sz="7200" b="1" u="sng" dirty="0"/>
              <a:t>Group Members Names :</a:t>
            </a:r>
          </a:p>
          <a:p>
            <a:endParaRPr lang="en-IN" sz="7200" b="1" u="sng" dirty="0"/>
          </a:p>
          <a:p>
            <a:pPr marL="69850" indent="0"/>
            <a:r>
              <a:rPr lang="en-IN" sz="7200" dirty="0"/>
              <a:t>Anushree Ramachandran</a:t>
            </a:r>
          </a:p>
          <a:p>
            <a:pPr marL="69850" indent="0"/>
            <a:r>
              <a:rPr lang="en-IN" sz="7200" dirty="0" err="1"/>
              <a:t>Palagara</a:t>
            </a:r>
            <a:r>
              <a:rPr lang="en-IN" sz="7200" dirty="0"/>
              <a:t> Tejaswani</a:t>
            </a:r>
          </a:p>
          <a:p>
            <a:pPr marL="69850" indent="0"/>
            <a:r>
              <a:rPr lang="en-IN" sz="7200" dirty="0" err="1"/>
              <a:t>Penumula</a:t>
            </a:r>
            <a:r>
              <a:rPr lang="en-IN" sz="7200" dirty="0"/>
              <a:t> Srilatha</a:t>
            </a:r>
          </a:p>
          <a:p>
            <a:pPr marL="69850" indent="0"/>
            <a:r>
              <a:rPr lang="en-IN" sz="7200" dirty="0" err="1"/>
              <a:t>Tupili</a:t>
            </a:r>
            <a:r>
              <a:rPr lang="en-IN" sz="7200" dirty="0"/>
              <a:t> </a:t>
            </a:r>
            <a:r>
              <a:rPr lang="en-IN" sz="7200" dirty="0" err="1"/>
              <a:t>Lekhasri</a:t>
            </a:r>
            <a:r>
              <a:rPr lang="en-IN" sz="7200" dirty="0"/>
              <a:t> </a:t>
            </a:r>
          </a:p>
          <a:p>
            <a:pPr marL="69850" indent="0"/>
            <a:r>
              <a:rPr lang="en-IN" sz="7200" dirty="0"/>
              <a:t>Shaik Arshiya</a:t>
            </a:r>
          </a:p>
          <a:p>
            <a:pPr marL="69850" indent="0"/>
            <a:r>
              <a:rPr lang="en-IN" sz="7200" dirty="0"/>
              <a:t>Shaik Gouse Peera</a:t>
            </a:r>
          </a:p>
          <a:p>
            <a:pPr marL="69850" indent="0"/>
            <a:r>
              <a:rPr lang="en-IN" sz="7200" dirty="0"/>
              <a:t>Vijay Kumar Dhanasekaran </a:t>
            </a:r>
          </a:p>
          <a:p>
            <a:pPr marL="52387" indent="0">
              <a:buNone/>
            </a:pPr>
            <a:endParaRPr lang="en-IN" sz="6400" b="1" dirty="0"/>
          </a:p>
          <a:p>
            <a:r>
              <a:rPr lang="en-IN" sz="6400" b="1" dirty="0"/>
              <a:t>Date </a:t>
            </a:r>
            <a:r>
              <a:rPr lang="en-IN" sz="6400" dirty="0"/>
              <a:t>: 29/10/2025       </a:t>
            </a:r>
            <a:endParaRPr lang="en-IN" sz="9600" b="1" dirty="0"/>
          </a:p>
          <a:p>
            <a:pPr algn="ctr"/>
            <a:r>
              <a:rPr lang="en-IN" sz="12800" b="1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Group Number : 1</a:t>
            </a:r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30DEF0-64BE-5B11-4981-542D8337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24" y="3485445"/>
            <a:ext cx="1729407" cy="932064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C5970-3089-1BDF-44BF-64A68FB7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594" y="3485445"/>
            <a:ext cx="2045743" cy="746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9AA71F-1710-EE52-7FB5-E106D12DE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523" y="4898819"/>
            <a:ext cx="1729407" cy="836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E53347-7161-6155-8010-CA402E748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04" y="4915736"/>
            <a:ext cx="1853648" cy="83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5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25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25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5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25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25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25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0F0E9D-DD06-2F33-F3C0-AF27A5604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608364"/>
              </p:ext>
            </p:extLst>
          </p:nvPr>
        </p:nvGraphicFramePr>
        <p:xfrm>
          <a:off x="298175" y="2286434"/>
          <a:ext cx="8371234" cy="232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17">
                  <a:extLst>
                    <a:ext uri="{9D8B030D-6E8A-4147-A177-3AD203B41FA5}">
                      <a16:colId xmlns:a16="http://schemas.microsoft.com/office/drawing/2014/main" val="903821137"/>
                    </a:ext>
                  </a:extLst>
                </a:gridCol>
                <a:gridCol w="4185617">
                  <a:extLst>
                    <a:ext uri="{9D8B030D-6E8A-4147-A177-3AD203B41FA5}">
                      <a16:colId xmlns:a16="http://schemas.microsoft.com/office/drawing/2014/main" val="1091207992"/>
                    </a:ext>
                  </a:extLst>
                </a:gridCol>
              </a:tblGrid>
              <a:tr h="3552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What We </a:t>
                      </a:r>
                      <a:r>
                        <a:rPr lang="en-IN" sz="1600" dirty="0" err="1">
                          <a:solidFill>
                            <a:schemeClr val="bg2"/>
                          </a:solidFill>
                        </a:rPr>
                        <a:t>Analyzed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90548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2015 manufacturing data (10 K rows)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To find relation between manufactured and rejected quantities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133376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Machine &amp; product performance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Identify bottlenecks and improve efficiency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53721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KPIs – Manufactured Qty, Rejected Qty, Wastage %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Support data-driven decisions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172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9FECD6-3FDF-6646-EA1F-023679B7EBFB}"/>
              </a:ext>
            </a:extLst>
          </p:cNvPr>
          <p:cNvSpPr txBox="1"/>
          <p:nvPr/>
        </p:nvSpPr>
        <p:spPr>
          <a:xfrm>
            <a:off x="694497" y="1300457"/>
            <a:ext cx="851907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“</a:t>
            </a:r>
            <a:r>
              <a:rPr lang="en-US" sz="1600" dirty="0">
                <a:solidFill>
                  <a:schemeClr val="bg2"/>
                </a:solidFill>
              </a:rPr>
              <a:t>Analyzed 2015 manufacturing data to identify rejection patterns and improve process efficiency.”</a:t>
            </a:r>
          </a:p>
          <a:p>
            <a:r>
              <a:rPr lang="en-US" sz="1600" dirty="0">
                <a:solidFill>
                  <a:schemeClr val="bg2"/>
                </a:solidFill>
              </a:rPr>
              <a:t>“Turning production data into process improvement insights.”</a:t>
            </a:r>
            <a:endParaRPr lang="en-IN" sz="1600" dirty="0">
              <a:solidFill>
                <a:schemeClr val="bg2"/>
              </a:solidFill>
            </a:endParaRPr>
          </a:p>
          <a:p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3F14FB14-0BA2-45A9-9A7A-309C52DF9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" y="1308693"/>
            <a:ext cx="575228" cy="390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D4EEDC-5CAD-48FD-B494-0AC705707179}"/>
              </a:ext>
            </a:extLst>
          </p:cNvPr>
          <p:cNvSpPr txBox="1"/>
          <p:nvPr/>
        </p:nvSpPr>
        <p:spPr>
          <a:xfrm>
            <a:off x="576469" y="241337"/>
            <a:ext cx="7553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Introduction &amp; 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786C0-D0B0-AC0A-57BF-B1E0A2C48C77}"/>
              </a:ext>
            </a:extLst>
          </p:cNvPr>
          <p:cNvSpPr txBox="1"/>
          <p:nvPr/>
        </p:nvSpPr>
        <p:spPr>
          <a:xfrm>
            <a:off x="1341783" y="4624531"/>
            <a:ext cx="6039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dk1"/>
                </a:solidFill>
                <a:latin typeface="Baskerville Old Face" panose="02020602080505020303" pitchFamily="18" charset="0"/>
              </a:rPr>
              <a:t>Project Overview / Workflow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96A68DE-050C-970E-A148-3610561E4D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569238"/>
              </p:ext>
            </p:extLst>
          </p:nvPr>
        </p:nvGraphicFramePr>
        <p:xfrm>
          <a:off x="298175" y="5229144"/>
          <a:ext cx="8845825" cy="147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2717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Graphic spid="1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F44D7-189D-EF0B-D283-E51976FA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A445-165A-EB36-8ADC-7B5AD2D05B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7963" y="287338"/>
            <a:ext cx="8936037" cy="1104900"/>
          </a:xfrm>
        </p:spPr>
        <p:txBody>
          <a:bodyPr>
            <a:noAutofit/>
          </a:bodyPr>
          <a:lstStyle/>
          <a:p>
            <a:r>
              <a:rPr sz="3600" dirty="0">
                <a:latin typeface="Baskerville Old Face" panose="02020602080505020303" pitchFamily="18" charset="0"/>
                <a:cs typeface="Arial"/>
                <a:sym typeface="Arial"/>
              </a:rPr>
              <a:t>Comparative Manufacturing Data Analysis – Multi-Tool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DEB6-303A-0E6E-E51E-1920E1EDEB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35125"/>
            <a:ext cx="8656638" cy="47339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000" dirty="0">
              <a:latin typeface="+mn-lt"/>
            </a:endParaRPr>
          </a:p>
          <a:p>
            <a:r>
              <a:rPr lang="en-US" sz="2800" dirty="0">
                <a:latin typeface="+mn-lt"/>
              </a:rPr>
              <a:t>This project helped us to:</a:t>
            </a:r>
          </a:p>
          <a:p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Track </a:t>
            </a:r>
            <a:r>
              <a:rPr lang="en-US" sz="2400" b="1" dirty="0">
                <a:latin typeface="+mn-lt"/>
              </a:rPr>
              <a:t>production vs. rejection rate</a:t>
            </a:r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Identify </a:t>
            </a:r>
            <a:r>
              <a:rPr lang="en-US" sz="2400" b="1" dirty="0">
                <a:latin typeface="+mn-lt"/>
              </a:rPr>
              <a:t>which products or machines</a:t>
            </a:r>
            <a:r>
              <a:rPr lang="en-US" sz="2400" dirty="0">
                <a:latin typeface="+mn-lt"/>
              </a:rPr>
              <a:t> have higher defect rates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Measure </a:t>
            </a:r>
            <a:r>
              <a:rPr lang="en-US" sz="2400" b="1" dirty="0">
                <a:latin typeface="+mn-lt"/>
              </a:rPr>
              <a:t>efficiency of manufacturing processes</a:t>
            </a:r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Analyze </a:t>
            </a:r>
            <a:r>
              <a:rPr lang="en-US" sz="2400" b="1" dirty="0">
                <a:latin typeface="+mn-lt"/>
              </a:rPr>
              <a:t>10K+ records of 2015 manufacturing data</a:t>
            </a:r>
            <a:r>
              <a:rPr lang="en-US" sz="2400" dirty="0">
                <a:latin typeface="+mn-lt"/>
              </a:rPr>
              <a:t> to generate 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Evaluate key </a:t>
            </a:r>
            <a:r>
              <a:rPr lang="en-US" sz="2400" b="1" dirty="0">
                <a:latin typeface="+mn-lt"/>
              </a:rPr>
              <a:t>KPIs:</a:t>
            </a:r>
            <a:r>
              <a:rPr lang="en-US" sz="2400" dirty="0">
                <a:latin typeface="+mn-lt"/>
              </a:rPr>
              <a:t> Manufactured Qty, Rejected Qty, Wastage %, Processed Qty</a:t>
            </a:r>
          </a:p>
        </p:txBody>
      </p:sp>
    </p:spTree>
    <p:extLst>
      <p:ext uri="{BB962C8B-B14F-4D97-AF65-F5344CB8AC3E}">
        <p14:creationId xmlns:p14="http://schemas.microsoft.com/office/powerpoint/2010/main" val="377908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8C64-98AC-77C8-57DC-A2296BF4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EABF-F295-F794-5579-E4F6BDBC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27" y="349961"/>
            <a:ext cx="7927903" cy="932188"/>
          </a:xfrm>
        </p:spPr>
        <p:txBody>
          <a:bodyPr>
            <a:normAutofit/>
          </a:bodyPr>
          <a:lstStyle/>
          <a:p>
            <a:r>
              <a:rPr sz="3600" dirty="0">
                <a:latin typeface="Baskerville Old Face" panose="02020602080505020303" pitchFamily="18" charset="0"/>
                <a:cs typeface="Arial"/>
                <a:sym typeface="Arial"/>
              </a:rPr>
              <a:t>Dashboard</a:t>
            </a:r>
            <a:r>
              <a:rPr sz="4000" dirty="0"/>
              <a:t> Visuals – Excel | Power BI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21C517-C772-3B33-7691-54D66A29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1" y="1895989"/>
            <a:ext cx="4356000" cy="26123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44248E-E4B2-8ACC-6613-1D4F7DD10CBD}"/>
              </a:ext>
            </a:extLst>
          </p:cNvPr>
          <p:cNvSpPr txBox="1"/>
          <p:nvPr/>
        </p:nvSpPr>
        <p:spPr>
          <a:xfrm>
            <a:off x="367748" y="4928225"/>
            <a:ext cx="4383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</a:rPr>
              <a:t>“Excel Dashboard”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Built KPI dashboards using charts,    	slicers, and pivot tables.    	Learned data cleaning &amp;  	interactivity.</a:t>
            </a:r>
          </a:p>
          <a:p>
            <a:endParaRPr lang="en-IN" sz="1800" dirty="0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053C9-EA7B-6599-E2DD-A419E64B686A}"/>
              </a:ext>
            </a:extLst>
          </p:cNvPr>
          <p:cNvSpPr txBox="1"/>
          <p:nvPr/>
        </p:nvSpPr>
        <p:spPr>
          <a:xfrm>
            <a:off x="4999617" y="4928225"/>
            <a:ext cx="36871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</a:rPr>
              <a:t>“Power BI Dashboard”</a:t>
            </a:r>
            <a:r>
              <a:rPr lang="en-US" sz="1800" b="1" dirty="0">
                <a:solidFill>
                  <a:schemeClr val="bg2"/>
                </a:solidFill>
              </a:rPr>
              <a:t> </a:t>
            </a:r>
          </a:p>
          <a:p>
            <a:r>
              <a:rPr lang="en-US" sz="1800" dirty="0">
                <a:solidFill>
                  <a:schemeClr val="bg2"/>
                </a:solidFill>
              </a:rPr>
              <a:t>Created dynamic visuals with filters, &amp; cards. Learned modeling, relationships, automation.</a:t>
            </a:r>
          </a:p>
          <a:p>
            <a:endParaRPr lang="en-IN" sz="1800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585AA8-435F-A2B4-737D-E57403026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904" y="1929775"/>
            <a:ext cx="4250426" cy="257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751" y="286604"/>
            <a:ext cx="8287249" cy="1450757"/>
          </a:xfrm>
        </p:spPr>
        <p:txBody>
          <a:bodyPr>
            <a:noAutofit/>
          </a:bodyPr>
          <a:lstStyle/>
          <a:p>
            <a:r>
              <a:rPr sz="4000" dirty="0">
                <a:latin typeface="Baskerville Old Face" panose="02020602080505020303" pitchFamily="18" charset="0"/>
                <a:cs typeface="Arial"/>
              </a:rPr>
              <a:t>Dashboard</a:t>
            </a:r>
            <a:r>
              <a:rPr sz="3600" dirty="0"/>
              <a:t> Visuals –Tableau </a:t>
            </a:r>
            <a:r>
              <a:rPr lang="en-IN" sz="3600" dirty="0"/>
              <a:t>|</a:t>
            </a:r>
            <a:br>
              <a:rPr lang="en-IN" sz="3600" dirty="0"/>
            </a:br>
            <a:r>
              <a:rPr lang="en-IN" sz="3600" dirty="0"/>
              <a:t>My SQL</a:t>
            </a:r>
            <a:endParaRPr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BDF4B6-A5CA-0045-ADBE-6B72B70CDE7B}"/>
              </a:ext>
            </a:extLst>
          </p:cNvPr>
          <p:cNvSpPr txBox="1"/>
          <p:nvPr/>
        </p:nvSpPr>
        <p:spPr>
          <a:xfrm>
            <a:off x="856753" y="5097353"/>
            <a:ext cx="8287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  <a:latin typeface="+mn-lt"/>
              </a:rPr>
              <a:t>“Tableau Dashboard”</a:t>
            </a:r>
          </a:p>
          <a:p>
            <a:r>
              <a:rPr lang="en-US" sz="1800" dirty="0">
                <a:solidFill>
                  <a:schemeClr val="bg2"/>
                </a:solidFill>
                <a:latin typeface="+mn-lt"/>
              </a:rPr>
              <a:t>Designed interactive dashboards with hierarchy and story-telling visuals.</a:t>
            </a:r>
          </a:p>
          <a:p>
            <a:endParaRPr lang="en-US" sz="1800" dirty="0">
              <a:solidFill>
                <a:schemeClr val="bg2"/>
              </a:solidFill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2"/>
                </a:solidFill>
                <a:latin typeface="+mn-lt"/>
              </a:rPr>
              <a:t>MySQL – Queried KPIs &amp; trends. Strengthened data querying and aggregation logic</a:t>
            </a:r>
          </a:p>
          <a:p>
            <a:endParaRPr lang="en-IN" sz="18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270137-5DA9-4D82-0371-FCD5A6FD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48" y="1800020"/>
            <a:ext cx="6370982" cy="3093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5F625-46E3-A00F-070E-BFACC485656E}"/>
              </a:ext>
            </a:extLst>
          </p:cNvPr>
          <p:cNvSpPr txBox="1"/>
          <p:nvPr/>
        </p:nvSpPr>
        <p:spPr>
          <a:xfrm>
            <a:off x="2286000" y="506609"/>
            <a:ext cx="457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400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Challenges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chemeClr val="dk1"/>
                </a:solidFill>
                <a:latin typeface="Baskerville Old Face" panose="02020602080505020303" pitchFamily="18" charset="0"/>
              </a:rPr>
              <a:t>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473F8E-2676-ECED-187D-D446EFC86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46400"/>
              </p:ext>
            </p:extLst>
          </p:nvPr>
        </p:nvGraphicFramePr>
        <p:xfrm>
          <a:off x="705678" y="1476512"/>
          <a:ext cx="7822758" cy="3610221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761813711"/>
                    </a:ext>
                  </a:extLst>
                </a:gridCol>
                <a:gridCol w="4134678">
                  <a:extLst>
                    <a:ext uri="{9D8B030D-6E8A-4147-A177-3AD203B41FA5}">
                      <a16:colId xmlns:a16="http://schemas.microsoft.com/office/drawing/2014/main" val="2119804650"/>
                    </a:ext>
                  </a:extLst>
                </a:gridCol>
              </a:tblGrid>
              <a:tr h="6534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chemeClr val="bg2"/>
                          </a:solidFill>
                        </a:rPr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Description /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972291"/>
                  </a:ext>
                </a:extLst>
              </a:tr>
              <a:tr h="112786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Data inconsistency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Some data had missing or incorrect values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65927"/>
                  </a:ext>
                </a:extLst>
              </a:tr>
              <a:tr h="112786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Understanding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Hard to find direct cause for rejection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77798"/>
                  </a:ext>
                </a:extLst>
              </a:tr>
              <a:tr h="65344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.Visualization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Initially graphs didn’t reflect correct KPIs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5622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3BDA337-9E77-A0B9-1B60-A89378242823}"/>
              </a:ext>
            </a:extLst>
          </p:cNvPr>
          <p:cNvSpPr txBox="1"/>
          <p:nvPr/>
        </p:nvSpPr>
        <p:spPr>
          <a:xfrm>
            <a:off x="705678" y="5480879"/>
            <a:ext cx="7991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000" dirty="0">
                <a:solidFill>
                  <a:schemeClr val="bg2"/>
                </a:solidFill>
              </a:rPr>
              <a:t>We encountered both technical and coordination challenges while ensuring accuracy across tools.”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67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0EDEB-982B-F398-801C-E7E2D0CF8393}"/>
              </a:ext>
            </a:extLst>
          </p:cNvPr>
          <p:cNvSpPr txBox="1"/>
          <p:nvPr/>
        </p:nvSpPr>
        <p:spPr>
          <a:xfrm>
            <a:off x="89452" y="748751"/>
            <a:ext cx="867686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+mn-lt"/>
              </a:rPr>
              <a:t>Advantages: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b="1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Helps improve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production efficiency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Reduces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waste and cost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Supports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data-driven decision making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Identifies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bottlenecks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in the process quickly</a:t>
            </a: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+mn-lt"/>
              </a:rPr>
              <a:t>Limitations: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bg2"/>
              </a:solidFill>
              <a:latin typeface="+mn-lt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Accuracy depends on the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quality of input data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Analysis may not consider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external factors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(like human error or raw material quality)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Time-consuming to clean and prepare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IN" sz="24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98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6E0816-BCD7-7A21-AD27-7924DE5D7485}"/>
              </a:ext>
            </a:extLst>
          </p:cNvPr>
          <p:cNvSpPr txBox="1"/>
          <p:nvPr/>
        </p:nvSpPr>
        <p:spPr>
          <a:xfrm>
            <a:off x="337930" y="335846"/>
            <a:ext cx="827929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Learnings</a:t>
            </a:r>
            <a:r>
              <a:rPr lang="en-US" sz="1800" b="1" dirty="0">
                <a:solidFill>
                  <a:schemeClr val="bg2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2"/>
              </a:solidFill>
            </a:endParaRPr>
          </a:p>
          <a:p>
            <a:pPr lvl="1"/>
            <a:r>
              <a:rPr lang="en-US" b="1" dirty="0">
                <a:solidFill>
                  <a:schemeClr val="bg2"/>
                </a:solidFill>
              </a:rPr>
              <a:t>• </a:t>
            </a:r>
            <a:r>
              <a:rPr lang="en-US" sz="1600" b="1" dirty="0">
                <a:solidFill>
                  <a:schemeClr val="bg2"/>
                </a:solidFill>
              </a:rPr>
              <a:t>Excel → Simplicity and Quick Analysis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Learned basic KPI visuals and data organization.</a:t>
            </a:r>
          </a:p>
          <a:p>
            <a:pPr lvl="1"/>
            <a:endParaRPr lang="en-US" sz="1600" b="1" dirty="0">
              <a:solidFill>
                <a:schemeClr val="bg2"/>
              </a:solidFill>
            </a:endParaRP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• Power BI → Automation and Dynamic Reports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 Learned data relationships and real-time updates.</a:t>
            </a:r>
          </a:p>
          <a:p>
            <a:pPr lvl="1"/>
            <a:endParaRPr lang="en-US" sz="1600" b="1" dirty="0">
              <a:solidFill>
                <a:schemeClr val="bg2"/>
              </a:solidFill>
            </a:endParaRP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• Tableau → Storytelling and Interactivity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 Learned to present data creatively with filters and narratives.</a:t>
            </a:r>
          </a:p>
          <a:p>
            <a:pPr lvl="1"/>
            <a:endParaRPr lang="en-US" sz="2000" b="1" dirty="0">
              <a:solidFill>
                <a:schemeClr val="bg2"/>
              </a:solidFill>
            </a:endParaRPr>
          </a:p>
          <a:p>
            <a:pPr lvl="1"/>
            <a:r>
              <a:rPr lang="en-IN" sz="1600" b="1" dirty="0">
                <a:solidFill>
                  <a:schemeClr val="bg2"/>
                </a:solidFill>
              </a:rPr>
              <a:t>• MySQL → Foundation for Analytics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 Learned to write queries and derive KPIs logically.</a:t>
            </a:r>
          </a:p>
          <a:p>
            <a:pPr lvl="1"/>
            <a:endParaRPr lang="en-US" sz="1600" b="1" dirty="0">
              <a:solidFill>
                <a:schemeClr val="bg2"/>
              </a:solidFill>
            </a:endParaRPr>
          </a:p>
          <a:p>
            <a:pPr lvl="1"/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2"/>
                </a:solidFill>
              </a:rPr>
              <a:t>Conclusion: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        </a:t>
            </a:r>
            <a:r>
              <a:rPr lang="en-US" sz="1800" dirty="0">
                <a:solidFill>
                  <a:schemeClr val="bg2"/>
                </a:solidFill>
              </a:rPr>
              <a:t>The manufacturing analysis project successfully provided insights into the production process.</a:t>
            </a:r>
            <a:br>
              <a:rPr lang="en-US" sz="1800" dirty="0">
                <a:solidFill>
                  <a:schemeClr val="bg2"/>
                </a:solidFill>
              </a:rPr>
            </a:br>
            <a:r>
              <a:rPr lang="en-US" sz="1800" dirty="0">
                <a:solidFill>
                  <a:schemeClr val="bg2"/>
                </a:solidFill>
              </a:rPr>
              <a:t>It showed where improvements were needed and how data visualization can help in </a:t>
            </a:r>
            <a:r>
              <a:rPr lang="en-US" sz="1800" b="1" dirty="0">
                <a:solidFill>
                  <a:schemeClr val="bg2"/>
                </a:solidFill>
              </a:rPr>
              <a:t>making smart manufacturing decisions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bg2"/>
                </a:solidFill>
              </a:rPr>
            </a:br>
            <a:r>
              <a:rPr lang="en-US" sz="1800" dirty="0">
                <a:solidFill>
                  <a:schemeClr val="bg2"/>
                </a:solidFill>
              </a:rPr>
              <a:t>Future improvements could include </a:t>
            </a:r>
            <a:r>
              <a:rPr lang="en-US" sz="1800" b="1" dirty="0">
                <a:solidFill>
                  <a:schemeClr val="bg2"/>
                </a:solidFill>
              </a:rPr>
              <a:t>real-time dashboards</a:t>
            </a:r>
            <a:r>
              <a:rPr lang="en-US" sz="1800" dirty="0">
                <a:solidFill>
                  <a:schemeClr val="bg2"/>
                </a:solidFill>
              </a:rPr>
              <a:t> and </a:t>
            </a:r>
            <a:r>
              <a:rPr lang="en-US" sz="1800" b="1" dirty="0">
                <a:solidFill>
                  <a:schemeClr val="bg2"/>
                </a:solidFill>
              </a:rPr>
              <a:t>predictive maintenance analytics.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79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985605"/>
          </a:xfrm>
        </p:spPr>
        <p:txBody>
          <a:bodyPr/>
          <a:lstStyle/>
          <a:p>
            <a:r>
              <a:rPr dirty="0"/>
              <a:t>Teamwork &amp; 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017" y="1845734"/>
            <a:ext cx="7879743" cy="430658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Challenges: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Data cleaning and tool integration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Standardizing KPIs across platforms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Time management and coordination</a:t>
            </a:r>
          </a:p>
          <a:p>
            <a:endParaRPr dirty="0"/>
          </a:p>
          <a:p>
            <a:r>
              <a:rPr dirty="0"/>
              <a:t>How We Solved It: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Weekly catch-ups and shared progress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Divided tasks by strength (SQL, BI tools, formatting)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Peer review to maintain consistency</a:t>
            </a:r>
          </a:p>
          <a:p>
            <a:endParaRPr dirty="0"/>
          </a:p>
          <a:p>
            <a:r>
              <a:rPr dirty="0"/>
              <a:t>This project taught us coordination, adaptability, and patience — skills as important as technical knowledge.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70AC9-9DC4-C33F-F9E1-78045E366396}"/>
              </a:ext>
            </a:extLst>
          </p:cNvPr>
          <p:cNvSpPr txBox="1"/>
          <p:nvPr/>
        </p:nvSpPr>
        <p:spPr>
          <a:xfrm>
            <a:off x="1336813" y="2355574"/>
            <a:ext cx="64703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i="1" dirty="0">
                <a:solidFill>
                  <a:schemeClr val="bg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159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ta Analysis Workshop by Slidesgo">
  <a:themeElements>
    <a:clrScheme name="Simple Light">
      <a:dk1>
        <a:srgbClr val="FFFFFF"/>
      </a:dk1>
      <a:lt1>
        <a:srgbClr val="005F71"/>
      </a:lt1>
      <a:dk2>
        <a:srgbClr val="010318"/>
      </a:dk2>
      <a:lt2>
        <a:srgbClr val="00FFFD"/>
      </a:lt2>
      <a:accent1>
        <a:srgbClr val="00CDAB"/>
      </a:accent1>
      <a:accent2>
        <a:srgbClr val="02867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Mania Template">
  <a:themeElements>
    <a:clrScheme name="Simple Light">
      <a:dk1>
        <a:srgbClr val="F0F3BD"/>
      </a:dk1>
      <a:lt1>
        <a:srgbClr val="054D69"/>
      </a:lt1>
      <a:dk2>
        <a:srgbClr val="FFFFFF"/>
      </a:dk2>
      <a:lt2>
        <a:srgbClr val="EEEEEE"/>
      </a:lt2>
      <a:accent1>
        <a:srgbClr val="05668D"/>
      </a:accent1>
      <a:accent2>
        <a:srgbClr val="028090"/>
      </a:accent2>
      <a:accent3>
        <a:srgbClr val="00A896"/>
      </a:accent3>
      <a:accent4>
        <a:srgbClr val="02C39A"/>
      </a:accent4>
      <a:accent5>
        <a:srgbClr val="F0F3BD"/>
      </a:accent5>
      <a:accent6>
        <a:srgbClr val="79DBAC"/>
      </a:accent6>
      <a:hlink>
        <a:srgbClr val="F3F89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Analysis Workshop by Slidesgo</Template>
  <TotalTime>366</TotalTime>
  <Words>570</Words>
  <Application>Microsoft Office PowerPoint</Application>
  <PresentationFormat>On-screen Show (4:3)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Arial</vt:lpstr>
      <vt:lpstr>Baskerville Old Face</vt:lpstr>
      <vt:lpstr>Calibri</vt:lpstr>
      <vt:lpstr>Didact Gothic</vt:lpstr>
      <vt:lpstr>DM Sans</vt:lpstr>
      <vt:lpstr>DM Sans Black</vt:lpstr>
      <vt:lpstr>Homemade Apple</vt:lpstr>
      <vt:lpstr>Lexend</vt:lpstr>
      <vt:lpstr>Manjari</vt:lpstr>
      <vt:lpstr>Open Sans</vt:lpstr>
      <vt:lpstr>Poppins</vt:lpstr>
      <vt:lpstr>Proxima Nova</vt:lpstr>
      <vt:lpstr>Proxima Nova Semibold</vt:lpstr>
      <vt:lpstr>Wingdings</vt:lpstr>
      <vt:lpstr>Data Analysis Workshop by Slidesgo</vt:lpstr>
      <vt:lpstr>Slidesgo Final Pages</vt:lpstr>
      <vt:lpstr>SlidesMania Template</vt:lpstr>
      <vt:lpstr>Manufacturing Analysis</vt:lpstr>
      <vt:lpstr>PowerPoint Presentation</vt:lpstr>
      <vt:lpstr>Comparative Manufacturing Data Analysis – Multi-Tool Approach</vt:lpstr>
      <vt:lpstr>Dashboard Visuals – Excel | Power BI </vt:lpstr>
      <vt:lpstr>Dashboard Visuals –Tableau | My SQL</vt:lpstr>
      <vt:lpstr>PowerPoint Presentation</vt:lpstr>
      <vt:lpstr>PowerPoint Presentation</vt:lpstr>
      <vt:lpstr>PowerPoint Presentation</vt:lpstr>
      <vt:lpstr>Teamwork &amp; Challenges Faced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Anushree Ramachandran</dc:creator>
  <cp:keywords/>
  <dc:description>generated using python-pptx</dc:description>
  <cp:lastModifiedBy>Anushree Ramachandran</cp:lastModifiedBy>
  <cp:revision>20</cp:revision>
  <dcterms:created xsi:type="dcterms:W3CDTF">2013-01-27T09:14:16Z</dcterms:created>
  <dcterms:modified xsi:type="dcterms:W3CDTF">2025-10-27T14:39:12Z</dcterms:modified>
  <cp:category/>
</cp:coreProperties>
</file>